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omments/modernComment_11D_DDC06311.xml" ContentType="application/vnd.ms-powerpoint.comment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32"/>
  </p:notesMasterIdLst>
  <p:sldIdLst>
    <p:sldId id="283" r:id="rId2"/>
    <p:sldId id="284" r:id="rId3"/>
    <p:sldId id="285" r:id="rId4"/>
    <p:sldId id="289" r:id="rId5"/>
    <p:sldId id="287" r:id="rId6"/>
    <p:sldId id="303" r:id="rId7"/>
    <p:sldId id="304" r:id="rId8"/>
    <p:sldId id="305" r:id="rId9"/>
    <p:sldId id="306" r:id="rId10"/>
    <p:sldId id="307" r:id="rId11"/>
    <p:sldId id="308" r:id="rId12"/>
    <p:sldId id="259" r:id="rId13"/>
    <p:sldId id="260" r:id="rId14"/>
    <p:sldId id="261" r:id="rId15"/>
    <p:sldId id="263" r:id="rId16"/>
    <p:sldId id="262" r:id="rId17"/>
    <p:sldId id="290" r:id="rId18"/>
    <p:sldId id="295" r:id="rId19"/>
    <p:sldId id="296" r:id="rId20"/>
    <p:sldId id="297" r:id="rId21"/>
    <p:sldId id="298" r:id="rId22"/>
    <p:sldId id="291" r:id="rId23"/>
    <p:sldId id="299" r:id="rId24"/>
    <p:sldId id="292" r:id="rId25"/>
    <p:sldId id="266" r:id="rId26"/>
    <p:sldId id="293" r:id="rId27"/>
    <p:sldId id="300" r:id="rId28"/>
    <p:sldId id="301" r:id="rId29"/>
    <p:sldId id="302" r:id="rId30"/>
    <p:sldId id="294"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28E6B7C2-7C42-6BCC-CB8B-78A29EBC27C4}" name="Nandini D Patel" initials="NP" userId="S::nandini@email.uscupstate.edu::0c273a75-c5db-44d1-a247-1bf168fba096" providerId="AD"/>
  <p188:author id="{CB0104DA-EE6E-6975-4130-5CFD8DAB2015}" name="Isaiah R Robinson" initials="IR" userId="S::isaiah@email.uscupstate.edu::56cd1f76-46e5-4a58-949e-cd7602ddb3b5"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ACAC502-74A7-FDA1-D153-FA251B0B9D52}" v="1" dt="2026-03-04T03:12:06.085"/>
    <p1510:client id="{EE3054AD-E1DC-1ADF-F5A1-E501EF1DBFB2}" v="1" dt="2026-03-02T22:49:22.02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8/10/relationships/authors" Target="authors.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eonard J Frost" userId="S::ljfrost@email.uscupstate.edu::54c889c7-ec4d-4b30-9dda-9e8677427343" providerId="AD" clId="Web-{298530F8-CB49-6F06-DE54-726FC531B945}"/>
    <pc:docChg chg="modSld">
      <pc:chgData name="Leonard J Frost" userId="S::ljfrost@email.uscupstate.edu::54c889c7-ec4d-4b30-9dda-9e8677427343" providerId="AD" clId="Web-{298530F8-CB49-6F06-DE54-726FC531B945}" dt="2026-02-24T20:31:07.417" v="0" actId="1076"/>
      <pc:docMkLst>
        <pc:docMk/>
      </pc:docMkLst>
      <pc:sldChg chg="modSp">
        <pc:chgData name="Leonard J Frost" userId="S::ljfrost@email.uscupstate.edu::54c889c7-ec4d-4b30-9dda-9e8677427343" providerId="AD" clId="Web-{298530F8-CB49-6F06-DE54-726FC531B945}" dt="2026-02-24T20:31:07.417" v="0" actId="1076"/>
        <pc:sldMkLst>
          <pc:docMk/>
          <pc:sldMk cId="1833945599" sldId="291"/>
        </pc:sldMkLst>
        <pc:picChg chg="mod">
          <ac:chgData name="Leonard J Frost" userId="S::ljfrost@email.uscupstate.edu::54c889c7-ec4d-4b30-9dda-9e8677427343" providerId="AD" clId="Web-{298530F8-CB49-6F06-DE54-726FC531B945}" dt="2026-02-24T20:31:07.417" v="0" actId="1076"/>
          <ac:picMkLst>
            <pc:docMk/>
            <pc:sldMk cId="1833945599" sldId="291"/>
            <ac:picMk id="11" creationId="{B3C99598-6AF3-C005-874F-E90408B90502}"/>
          </ac:picMkLst>
        </pc:picChg>
      </pc:sldChg>
    </pc:docChg>
  </pc:docChgLst>
  <pc:docChgLst>
    <pc:chgData name="Leonard J Frost" userId="S::ljfrost@email.uscupstate.edu::54c889c7-ec4d-4b30-9dda-9e8677427343" providerId="AD" clId="Web-{E195BF6F-7773-40E0-B527-F1D6C6616CE5}"/>
    <pc:docChg chg="addSld delSld modSld sldOrd">
      <pc:chgData name="Leonard J Frost" userId="S::ljfrost@email.uscupstate.edu::54c889c7-ec4d-4b30-9dda-9e8677427343" providerId="AD" clId="Web-{E195BF6F-7773-40E0-B527-F1D6C6616CE5}" dt="2026-02-22T21:42:40.240" v="65"/>
      <pc:docMkLst>
        <pc:docMk/>
      </pc:docMkLst>
      <pc:sldChg chg="modNotes">
        <pc:chgData name="Leonard J Frost" userId="S::ljfrost@email.uscupstate.edu::54c889c7-ec4d-4b30-9dda-9e8677427343" providerId="AD" clId="Web-{E195BF6F-7773-40E0-B527-F1D6C6616CE5}" dt="2026-02-22T20:08:05" v="22"/>
        <pc:sldMkLst>
          <pc:docMk/>
          <pc:sldMk cId="914039763" sldId="266"/>
        </pc:sldMkLst>
      </pc:sldChg>
      <pc:sldChg chg="modNotes">
        <pc:chgData name="Leonard J Frost" userId="S::ljfrost@email.uscupstate.edu::54c889c7-ec4d-4b30-9dda-9e8677427343" providerId="AD" clId="Web-{E195BF6F-7773-40E0-B527-F1D6C6616CE5}" dt="2026-02-22T20:07:53.938" v="4"/>
        <pc:sldMkLst>
          <pc:docMk/>
          <pc:sldMk cId="1833945599" sldId="291"/>
        </pc:sldMkLst>
      </pc:sldChg>
      <pc:sldChg chg="modNotes">
        <pc:chgData name="Leonard J Frost" userId="S::ljfrost@email.uscupstate.edu::54c889c7-ec4d-4b30-9dda-9e8677427343" providerId="AD" clId="Web-{E195BF6F-7773-40E0-B527-F1D6C6616CE5}" dt="2026-02-22T20:07:58.500" v="11"/>
        <pc:sldMkLst>
          <pc:docMk/>
          <pc:sldMk cId="3614962928" sldId="292"/>
        </pc:sldMkLst>
      </pc:sldChg>
      <pc:sldChg chg="modNotes">
        <pc:chgData name="Leonard J Frost" userId="S::ljfrost@email.uscupstate.edu::54c889c7-ec4d-4b30-9dda-9e8677427343" providerId="AD" clId="Web-{E195BF6F-7773-40E0-B527-F1D6C6616CE5}" dt="2026-02-22T21:40:03.706" v="64"/>
        <pc:sldMkLst>
          <pc:docMk/>
          <pc:sldMk cId="1201291107" sldId="293"/>
        </pc:sldMkLst>
      </pc:sldChg>
      <pc:sldChg chg="modSp modNotes">
        <pc:chgData name="Leonard J Frost" userId="S::ljfrost@email.uscupstate.edu::54c889c7-ec4d-4b30-9dda-9e8677427343" providerId="AD" clId="Web-{E195BF6F-7773-40E0-B527-F1D6C6616CE5}" dt="2026-02-22T21:33:41.513" v="63" actId="14100"/>
        <pc:sldMkLst>
          <pc:docMk/>
          <pc:sldMk cId="1729264411" sldId="294"/>
        </pc:sldMkLst>
        <pc:spChg chg="mod">
          <ac:chgData name="Leonard J Frost" userId="S::ljfrost@email.uscupstate.edu::54c889c7-ec4d-4b30-9dda-9e8677427343" providerId="AD" clId="Web-{E195BF6F-7773-40E0-B527-F1D6C6616CE5}" dt="2026-02-22T21:33:41.513" v="63" actId="14100"/>
          <ac:spMkLst>
            <pc:docMk/>
            <pc:sldMk cId="1729264411" sldId="294"/>
            <ac:spMk id="3" creationId="{23EDFD47-C498-A409-BD62-5A0E8678A21B}"/>
          </ac:spMkLst>
        </pc:spChg>
      </pc:sldChg>
      <pc:sldChg chg="addSp delSp modSp new ord modNotes">
        <pc:chgData name="Leonard J Frost" userId="S::ljfrost@email.uscupstate.edu::54c889c7-ec4d-4b30-9dda-9e8677427343" providerId="AD" clId="Web-{E195BF6F-7773-40E0-B527-F1D6C6616CE5}" dt="2026-02-22T21:08:41.089" v="60" actId="14100"/>
        <pc:sldMkLst>
          <pc:docMk/>
          <pc:sldMk cId="326982583" sldId="299"/>
        </pc:sldMkLst>
        <pc:spChg chg="add mod">
          <ac:chgData name="Leonard J Frost" userId="S::ljfrost@email.uscupstate.edu::54c889c7-ec4d-4b30-9dda-9e8677427343" providerId="AD" clId="Web-{E195BF6F-7773-40E0-B527-F1D6C6616CE5}" dt="2026-02-22T20:22:42.936" v="52" actId="1076"/>
          <ac:spMkLst>
            <pc:docMk/>
            <pc:sldMk cId="326982583" sldId="299"/>
            <ac:spMk id="9" creationId="{522D204D-D84E-FAC1-966D-DD0780A0AA65}"/>
          </ac:spMkLst>
        </pc:spChg>
        <pc:picChg chg="add del mod">
          <ac:chgData name="Leonard J Frost" userId="S::ljfrost@email.uscupstate.edu::54c889c7-ec4d-4b30-9dda-9e8677427343" providerId="AD" clId="Web-{E195BF6F-7773-40E0-B527-F1D6C6616CE5}" dt="2026-02-22T20:22:06.747" v="46"/>
          <ac:picMkLst>
            <pc:docMk/>
            <pc:sldMk cId="326982583" sldId="299"/>
            <ac:picMk id="7" creationId="{7B280661-35EC-1EFA-9684-8BD1A6C8EE83}"/>
          </ac:picMkLst>
        </pc:picChg>
      </pc:sldChg>
    </pc:docChg>
  </pc:docChgLst>
  <pc:docChgLst>
    <pc:chgData name="Nandini D Patel" userId="S::nandini@email.uscupstate.edu::0c273a75-c5db-44d1-a247-1bf168fba096" providerId="AD" clId="Web-{94EAF935-05B3-6A6F-D326-6EEBB361EE91}"/>
    <pc:docChg chg="mod addSld modSld sldOrd">
      <pc:chgData name="Nandini D Patel" userId="S::nandini@email.uscupstate.edu::0c273a75-c5db-44d1-a247-1bf168fba096" providerId="AD" clId="Web-{94EAF935-05B3-6A6F-D326-6EEBB361EE91}" dt="2026-02-28T05:08:25.591" v="374"/>
      <pc:docMkLst>
        <pc:docMk/>
      </pc:docMkLst>
      <pc:sldChg chg="addSp modSp new ord modNotes">
        <pc:chgData name="Nandini D Patel" userId="S::nandini@email.uscupstate.edu::0c273a75-c5db-44d1-a247-1bf168fba096" providerId="AD" clId="Web-{94EAF935-05B3-6A6F-D326-6EEBB361EE91}" dt="2026-02-28T05:08:25.591" v="374"/>
        <pc:sldMkLst>
          <pc:docMk/>
          <pc:sldMk cId="3083994911" sldId="303"/>
        </pc:sldMkLst>
        <pc:spChg chg="mod">
          <ac:chgData name="Nandini D Patel" userId="S::nandini@email.uscupstate.edu::0c273a75-c5db-44d1-a247-1bf168fba096" providerId="AD" clId="Web-{94EAF935-05B3-6A6F-D326-6EEBB361EE91}" dt="2026-02-28T04:49:03.345" v="17" actId="20577"/>
          <ac:spMkLst>
            <pc:docMk/>
            <pc:sldMk cId="3083994911" sldId="303"/>
            <ac:spMk id="2" creationId="{87A8833A-6D6A-0720-7048-11A33C44E9FE}"/>
          </ac:spMkLst>
        </pc:spChg>
        <pc:picChg chg="add mod">
          <ac:chgData name="Nandini D Patel" userId="S::nandini@email.uscupstate.edu::0c273a75-c5db-44d1-a247-1bf168fba096" providerId="AD" clId="Web-{94EAF935-05B3-6A6F-D326-6EEBB361EE91}" dt="2026-02-28T04:50:57.539" v="31" actId="14100"/>
          <ac:picMkLst>
            <pc:docMk/>
            <pc:sldMk cId="3083994911" sldId="303"/>
            <ac:picMk id="6" creationId="{A2DA2088-DE74-D5A6-B7CD-1EAC52317434}"/>
          </ac:picMkLst>
        </pc:picChg>
        <pc:picChg chg="add mod">
          <ac:chgData name="Nandini D Patel" userId="S::nandini@email.uscupstate.edu::0c273a75-c5db-44d1-a247-1bf168fba096" providerId="AD" clId="Web-{94EAF935-05B3-6A6F-D326-6EEBB361EE91}" dt="2026-02-28T04:51:04.664" v="32" actId="1076"/>
          <ac:picMkLst>
            <pc:docMk/>
            <pc:sldMk cId="3083994911" sldId="303"/>
            <ac:picMk id="7" creationId="{E12DFF7E-2B02-F324-6B0A-1D8F7AD337F7}"/>
          </ac:picMkLst>
        </pc:picChg>
      </pc:sldChg>
      <pc:sldChg chg="addSp modSp new">
        <pc:chgData name="Nandini D Patel" userId="S::nandini@email.uscupstate.edu::0c273a75-c5db-44d1-a247-1bf168fba096" providerId="AD" clId="Web-{94EAF935-05B3-6A6F-D326-6EEBB361EE91}" dt="2026-02-28T04:55:43.963" v="69" actId="1076"/>
        <pc:sldMkLst>
          <pc:docMk/>
          <pc:sldMk cId="545097832" sldId="304"/>
        </pc:sldMkLst>
        <pc:picChg chg="add mod">
          <ac:chgData name="Nandini D Patel" userId="S::nandini@email.uscupstate.edu::0c273a75-c5db-44d1-a247-1bf168fba096" providerId="AD" clId="Web-{94EAF935-05B3-6A6F-D326-6EEBB361EE91}" dt="2026-02-28T04:55:42.322" v="68" actId="1076"/>
          <ac:picMkLst>
            <pc:docMk/>
            <pc:sldMk cId="545097832" sldId="304"/>
            <ac:picMk id="6" creationId="{5AA62297-91FA-8454-920F-5C00132B9B8C}"/>
          </ac:picMkLst>
        </pc:picChg>
        <pc:picChg chg="add mod">
          <ac:chgData name="Nandini D Patel" userId="S::nandini@email.uscupstate.edu::0c273a75-c5db-44d1-a247-1bf168fba096" providerId="AD" clId="Web-{94EAF935-05B3-6A6F-D326-6EEBB361EE91}" dt="2026-02-28T04:55:43.963" v="69" actId="1076"/>
          <ac:picMkLst>
            <pc:docMk/>
            <pc:sldMk cId="545097832" sldId="304"/>
            <ac:picMk id="7" creationId="{EF5D2A12-3E33-E80C-4DD8-A25D2C867732}"/>
          </ac:picMkLst>
        </pc:picChg>
      </pc:sldChg>
      <pc:sldChg chg="addSp modSp new">
        <pc:chgData name="Nandini D Patel" userId="S::nandini@email.uscupstate.edu::0c273a75-c5db-44d1-a247-1bf168fba096" providerId="AD" clId="Web-{94EAF935-05B3-6A6F-D326-6EEBB361EE91}" dt="2026-02-28T04:55:24.650" v="64" actId="1076"/>
        <pc:sldMkLst>
          <pc:docMk/>
          <pc:sldMk cId="1660596593" sldId="305"/>
        </pc:sldMkLst>
        <pc:picChg chg="add mod">
          <ac:chgData name="Nandini D Patel" userId="S::nandini@email.uscupstate.edu::0c273a75-c5db-44d1-a247-1bf168fba096" providerId="AD" clId="Web-{94EAF935-05B3-6A6F-D326-6EEBB361EE91}" dt="2026-02-28T04:55:24.650" v="64" actId="1076"/>
          <ac:picMkLst>
            <pc:docMk/>
            <pc:sldMk cId="1660596593" sldId="305"/>
            <ac:picMk id="6" creationId="{15E030E3-A40E-5313-9D18-61F8E59B1FA4}"/>
          </ac:picMkLst>
        </pc:picChg>
        <pc:picChg chg="add mod">
          <ac:chgData name="Nandini D Patel" userId="S::nandini@email.uscupstate.edu::0c273a75-c5db-44d1-a247-1bf168fba096" providerId="AD" clId="Web-{94EAF935-05B3-6A6F-D326-6EEBB361EE91}" dt="2026-02-28T04:55:18.947" v="62" actId="1076"/>
          <ac:picMkLst>
            <pc:docMk/>
            <pc:sldMk cId="1660596593" sldId="305"/>
            <ac:picMk id="7" creationId="{99DD5448-352B-0AE4-C562-94BB2017FE47}"/>
          </ac:picMkLst>
        </pc:picChg>
      </pc:sldChg>
      <pc:sldChg chg="addSp modSp new">
        <pc:chgData name="Nandini D Patel" userId="S::nandini@email.uscupstate.edu::0c273a75-c5db-44d1-a247-1bf168fba096" providerId="AD" clId="Web-{94EAF935-05B3-6A6F-D326-6EEBB361EE91}" dt="2026-02-28T04:54:45.243" v="60" actId="1076"/>
        <pc:sldMkLst>
          <pc:docMk/>
          <pc:sldMk cId="1302140557" sldId="306"/>
        </pc:sldMkLst>
        <pc:picChg chg="add mod">
          <ac:chgData name="Nandini D Patel" userId="S::nandini@email.uscupstate.edu::0c273a75-c5db-44d1-a247-1bf168fba096" providerId="AD" clId="Web-{94EAF935-05B3-6A6F-D326-6EEBB361EE91}" dt="2026-02-28T04:54:45.243" v="60" actId="1076"/>
          <ac:picMkLst>
            <pc:docMk/>
            <pc:sldMk cId="1302140557" sldId="306"/>
            <ac:picMk id="6" creationId="{3CB1CAD5-DD22-13DF-A688-500F315C3959}"/>
          </ac:picMkLst>
        </pc:picChg>
        <pc:picChg chg="add mod">
          <ac:chgData name="Nandini D Patel" userId="S::nandini@email.uscupstate.edu::0c273a75-c5db-44d1-a247-1bf168fba096" providerId="AD" clId="Web-{94EAF935-05B3-6A6F-D326-6EEBB361EE91}" dt="2026-02-28T04:54:36.867" v="58" actId="1076"/>
          <ac:picMkLst>
            <pc:docMk/>
            <pc:sldMk cId="1302140557" sldId="306"/>
            <ac:picMk id="7" creationId="{80E18F73-81FE-61B1-5E78-C0B03DFE780D}"/>
          </ac:picMkLst>
        </pc:picChg>
      </pc:sldChg>
      <pc:sldChg chg="addSp modSp new">
        <pc:chgData name="Nandini D Patel" userId="S::nandini@email.uscupstate.edu::0c273a75-c5db-44d1-a247-1bf168fba096" providerId="AD" clId="Web-{94EAF935-05B3-6A6F-D326-6EEBB361EE91}" dt="2026-02-28T04:54:24.633" v="56" actId="14100"/>
        <pc:sldMkLst>
          <pc:docMk/>
          <pc:sldMk cId="3173295358" sldId="307"/>
        </pc:sldMkLst>
        <pc:picChg chg="add mod">
          <ac:chgData name="Nandini D Patel" userId="S::nandini@email.uscupstate.edu::0c273a75-c5db-44d1-a247-1bf168fba096" providerId="AD" clId="Web-{94EAF935-05B3-6A6F-D326-6EEBB361EE91}" dt="2026-02-28T04:54:24.633" v="56" actId="14100"/>
          <ac:picMkLst>
            <pc:docMk/>
            <pc:sldMk cId="3173295358" sldId="307"/>
            <ac:picMk id="6" creationId="{3BAB3F6B-6316-60D7-EEA6-2DC44783DF7D}"/>
          </ac:picMkLst>
        </pc:picChg>
        <pc:picChg chg="add mod">
          <ac:chgData name="Nandini D Patel" userId="S::nandini@email.uscupstate.edu::0c273a75-c5db-44d1-a247-1bf168fba096" providerId="AD" clId="Web-{94EAF935-05B3-6A6F-D326-6EEBB361EE91}" dt="2026-02-28T04:54:22.007" v="55" actId="14100"/>
          <ac:picMkLst>
            <pc:docMk/>
            <pc:sldMk cId="3173295358" sldId="307"/>
            <ac:picMk id="7" creationId="{10A48EE2-F3D2-890D-A270-7105F1B612BF}"/>
          </ac:picMkLst>
        </pc:picChg>
      </pc:sldChg>
      <pc:sldChg chg="addSp modSp new">
        <pc:chgData name="Nandini D Patel" userId="S::nandini@email.uscupstate.edu::0c273a75-c5db-44d1-a247-1bf168fba096" providerId="AD" clId="Web-{94EAF935-05B3-6A6F-D326-6EEBB361EE91}" dt="2026-02-28T04:54:01.007" v="50" actId="14100"/>
        <pc:sldMkLst>
          <pc:docMk/>
          <pc:sldMk cId="1687394614" sldId="308"/>
        </pc:sldMkLst>
        <pc:picChg chg="add mod">
          <ac:chgData name="Nandini D Patel" userId="S::nandini@email.uscupstate.edu::0c273a75-c5db-44d1-a247-1bf168fba096" providerId="AD" clId="Web-{94EAF935-05B3-6A6F-D326-6EEBB361EE91}" dt="2026-02-28T04:54:01.007" v="50" actId="14100"/>
          <ac:picMkLst>
            <pc:docMk/>
            <pc:sldMk cId="1687394614" sldId="308"/>
            <ac:picMk id="6" creationId="{10139793-7817-D4E9-8DD8-45F18CC42114}"/>
          </ac:picMkLst>
        </pc:picChg>
        <pc:picChg chg="add mod">
          <ac:chgData name="Nandini D Patel" userId="S::nandini@email.uscupstate.edu::0c273a75-c5db-44d1-a247-1bf168fba096" providerId="AD" clId="Web-{94EAF935-05B3-6A6F-D326-6EEBB361EE91}" dt="2026-02-28T04:53:55.757" v="49" actId="14100"/>
          <ac:picMkLst>
            <pc:docMk/>
            <pc:sldMk cId="1687394614" sldId="308"/>
            <ac:picMk id="7" creationId="{8E2EB9D6-7AE0-3A67-01EE-4585CDB3C4C4}"/>
          </ac:picMkLst>
        </pc:picChg>
      </pc:sldChg>
    </pc:docChg>
  </pc:docChgLst>
  <pc:docChgLst>
    <pc:chgData name="Isaiah R Robinson" userId="S::isaiah@email.uscupstate.edu::56cd1f76-46e5-4a58-949e-cd7602ddb3b5" providerId="AD" clId="Web-{AA840B41-70EA-E843-B708-2F10C1E0AEF5}"/>
    <pc:docChg chg="mod">
      <pc:chgData name="Isaiah R Robinson" userId="S::isaiah@email.uscupstate.edu::56cd1f76-46e5-4a58-949e-cd7602ddb3b5" providerId="AD" clId="Web-{AA840B41-70EA-E843-B708-2F10C1E0AEF5}" dt="2026-03-02T01:17:51.013" v="0"/>
      <pc:docMkLst>
        <pc:docMk/>
      </pc:docMkLst>
    </pc:docChg>
  </pc:docChgLst>
  <pc:docChgLst>
    <pc:chgData name="Nandini D Patel" userId="S::nandini@email.uscupstate.edu::0c273a75-c5db-44d1-a247-1bf168fba096" providerId="AD" clId="Web-{6B2CB68C-D15E-E1B4-AF4B-844A27EA9AC5}"/>
    <pc:docChg chg="addSld modSld sldOrd">
      <pc:chgData name="Nandini D Patel" userId="S::nandini@email.uscupstate.edu::0c273a75-c5db-44d1-a247-1bf168fba096" providerId="AD" clId="Web-{6B2CB68C-D15E-E1B4-AF4B-844A27EA9AC5}" dt="2026-02-22T21:15:00.468" v="115" actId="1076"/>
      <pc:docMkLst>
        <pc:docMk/>
      </pc:docMkLst>
      <pc:sldChg chg="modNotes">
        <pc:chgData name="Nandini D Patel" userId="S::nandini@email.uscupstate.edu::0c273a75-c5db-44d1-a247-1bf168fba096" providerId="AD" clId="Web-{6B2CB68C-D15E-E1B4-AF4B-844A27EA9AC5}" dt="2026-02-22T20:07:41.753" v="3"/>
        <pc:sldMkLst>
          <pc:docMk/>
          <pc:sldMk cId="2205675272" sldId="259"/>
        </pc:sldMkLst>
      </pc:sldChg>
      <pc:sldChg chg="modNotes">
        <pc:chgData name="Nandini D Patel" userId="S::nandini@email.uscupstate.edu::0c273a75-c5db-44d1-a247-1bf168fba096" providerId="AD" clId="Web-{6B2CB68C-D15E-E1B4-AF4B-844A27EA9AC5}" dt="2026-02-22T20:07:46.956" v="9"/>
        <pc:sldMkLst>
          <pc:docMk/>
          <pc:sldMk cId="1682044759" sldId="260"/>
        </pc:sldMkLst>
      </pc:sldChg>
      <pc:sldChg chg="modNotes">
        <pc:chgData name="Nandini D Patel" userId="S::nandini@email.uscupstate.edu::0c273a75-c5db-44d1-a247-1bf168fba096" providerId="AD" clId="Web-{6B2CB68C-D15E-E1B4-AF4B-844A27EA9AC5}" dt="2026-02-22T20:07:51.128" v="13"/>
        <pc:sldMkLst>
          <pc:docMk/>
          <pc:sldMk cId="1799766881" sldId="261"/>
        </pc:sldMkLst>
      </pc:sldChg>
      <pc:sldChg chg="modNotes">
        <pc:chgData name="Nandini D Patel" userId="S::nandini@email.uscupstate.edu::0c273a75-c5db-44d1-a247-1bf168fba096" providerId="AD" clId="Web-{6B2CB68C-D15E-E1B4-AF4B-844A27EA9AC5}" dt="2026-02-22T20:08:00.707" v="25"/>
        <pc:sldMkLst>
          <pc:docMk/>
          <pc:sldMk cId="273035921" sldId="262"/>
        </pc:sldMkLst>
      </pc:sldChg>
      <pc:sldChg chg="modNotes">
        <pc:chgData name="Nandini D Patel" userId="S::nandini@email.uscupstate.edu::0c273a75-c5db-44d1-a247-1bf168fba096" providerId="AD" clId="Web-{6B2CB68C-D15E-E1B4-AF4B-844A27EA9AC5}" dt="2026-02-22T20:07:55.269" v="18"/>
        <pc:sldMkLst>
          <pc:docMk/>
          <pc:sldMk cId="3596043743" sldId="263"/>
        </pc:sldMkLst>
      </pc:sldChg>
      <pc:sldChg chg="modSp">
        <pc:chgData name="Nandini D Patel" userId="S::nandini@email.uscupstate.edu::0c273a75-c5db-44d1-a247-1bf168fba096" providerId="AD" clId="Web-{6B2CB68C-D15E-E1B4-AF4B-844A27EA9AC5}" dt="2026-02-22T20:17:25.377" v="26" actId="1076"/>
        <pc:sldMkLst>
          <pc:docMk/>
          <pc:sldMk cId="1833945599" sldId="291"/>
        </pc:sldMkLst>
        <pc:picChg chg="mod">
          <ac:chgData name="Nandini D Patel" userId="S::nandini@email.uscupstate.edu::0c273a75-c5db-44d1-a247-1bf168fba096" providerId="AD" clId="Web-{6B2CB68C-D15E-E1B4-AF4B-844A27EA9AC5}" dt="2026-02-22T20:17:25.377" v="26" actId="1076"/>
          <ac:picMkLst>
            <pc:docMk/>
            <pc:sldMk cId="1833945599" sldId="291"/>
            <ac:picMk id="10" creationId="{E155B688-00E9-5895-D519-6EA631D26B6B}"/>
          </ac:picMkLst>
        </pc:picChg>
      </pc:sldChg>
      <pc:sldChg chg="addSp delSp modSp">
        <pc:chgData name="Nandini D Patel" userId="S::nandini@email.uscupstate.edu::0c273a75-c5db-44d1-a247-1bf168fba096" providerId="AD" clId="Web-{6B2CB68C-D15E-E1B4-AF4B-844A27EA9AC5}" dt="2026-02-22T20:53:42.952" v="76" actId="1076"/>
        <pc:sldMkLst>
          <pc:docMk/>
          <pc:sldMk cId="1201291107" sldId="293"/>
        </pc:sldMkLst>
        <pc:picChg chg="add mod">
          <ac:chgData name="Nandini D Patel" userId="S::nandini@email.uscupstate.edu::0c273a75-c5db-44d1-a247-1bf168fba096" providerId="AD" clId="Web-{6B2CB68C-D15E-E1B4-AF4B-844A27EA9AC5}" dt="2026-02-22T20:53:42.952" v="76" actId="1076"/>
          <ac:picMkLst>
            <pc:docMk/>
            <pc:sldMk cId="1201291107" sldId="293"/>
            <ac:picMk id="5" creationId="{53545A59-4D56-6FD5-FA3B-F17B958A8BD4}"/>
          </ac:picMkLst>
        </pc:picChg>
      </pc:sldChg>
      <pc:sldChg chg="delSp modSp ord">
        <pc:chgData name="Nandini D Patel" userId="S::nandini@email.uscupstate.edu::0c273a75-c5db-44d1-a247-1bf168fba096" providerId="AD" clId="Web-{6B2CB68C-D15E-E1B4-AF4B-844A27EA9AC5}" dt="2026-02-22T21:10:54.248" v="83"/>
        <pc:sldMkLst>
          <pc:docMk/>
          <pc:sldMk cId="326982583" sldId="299"/>
        </pc:sldMkLst>
      </pc:sldChg>
      <pc:sldChg chg="addSp delSp modSp new">
        <pc:chgData name="Nandini D Patel" userId="S::nandini@email.uscupstate.edu::0c273a75-c5db-44d1-a247-1bf168fba096" providerId="AD" clId="Web-{6B2CB68C-D15E-E1B4-AF4B-844A27EA9AC5}" dt="2026-02-22T20:51:47.826" v="70" actId="1076"/>
        <pc:sldMkLst>
          <pc:docMk/>
          <pc:sldMk cId="2828759046" sldId="300"/>
        </pc:sldMkLst>
        <pc:picChg chg="add mod">
          <ac:chgData name="Nandini D Patel" userId="S::nandini@email.uscupstate.edu::0c273a75-c5db-44d1-a247-1bf168fba096" providerId="AD" clId="Web-{6B2CB68C-D15E-E1B4-AF4B-844A27EA9AC5}" dt="2026-02-22T20:51:47.826" v="70" actId="1076"/>
          <ac:picMkLst>
            <pc:docMk/>
            <pc:sldMk cId="2828759046" sldId="300"/>
            <ac:picMk id="7" creationId="{210942E3-509A-FF4E-DC3B-8E494EA6FA2F}"/>
          </ac:picMkLst>
        </pc:picChg>
        <pc:picChg chg="add mod">
          <ac:chgData name="Nandini D Patel" userId="S::nandini@email.uscupstate.edu::0c273a75-c5db-44d1-a247-1bf168fba096" providerId="AD" clId="Web-{6B2CB68C-D15E-E1B4-AF4B-844A27EA9AC5}" dt="2026-02-22T20:51:39.576" v="68" actId="1076"/>
          <ac:picMkLst>
            <pc:docMk/>
            <pc:sldMk cId="2828759046" sldId="300"/>
            <ac:picMk id="8" creationId="{5D09667C-1E66-BD9B-3660-48F20493D9DE}"/>
          </ac:picMkLst>
        </pc:picChg>
        <pc:picChg chg="add mod">
          <ac:chgData name="Nandini D Patel" userId="S::nandini@email.uscupstate.edu::0c273a75-c5db-44d1-a247-1bf168fba096" providerId="AD" clId="Web-{6B2CB68C-D15E-E1B4-AF4B-844A27EA9AC5}" dt="2026-02-22T20:51:42.483" v="69" actId="1076"/>
          <ac:picMkLst>
            <pc:docMk/>
            <pc:sldMk cId="2828759046" sldId="300"/>
            <ac:picMk id="9" creationId="{6F6A5238-F3AF-B24C-B4D2-DC3699FADE59}"/>
          </ac:picMkLst>
        </pc:picChg>
      </pc:sldChg>
      <pc:sldChg chg="addSp delSp modSp new">
        <pc:chgData name="Nandini D Patel" userId="S::nandini@email.uscupstate.edu::0c273a75-c5db-44d1-a247-1bf168fba096" providerId="AD" clId="Web-{6B2CB68C-D15E-E1B4-AF4B-844A27EA9AC5}" dt="2026-02-22T20:53:33.843" v="74" actId="1076"/>
        <pc:sldMkLst>
          <pc:docMk/>
          <pc:sldMk cId="181365578" sldId="301"/>
        </pc:sldMkLst>
      </pc:sldChg>
      <pc:sldChg chg="addSp delSp modSp new">
        <pc:chgData name="Nandini D Patel" userId="S::nandini@email.uscupstate.edu::0c273a75-c5db-44d1-a247-1bf168fba096" providerId="AD" clId="Web-{6B2CB68C-D15E-E1B4-AF4B-844A27EA9AC5}" dt="2026-02-22T20:51:14.795" v="66"/>
        <pc:sldMkLst>
          <pc:docMk/>
          <pc:sldMk cId="3326561220" sldId="302"/>
        </pc:sldMkLst>
        <pc:picChg chg="add mod">
          <ac:chgData name="Nandini D Patel" userId="S::nandini@email.uscupstate.edu::0c273a75-c5db-44d1-a247-1bf168fba096" providerId="AD" clId="Web-{6B2CB68C-D15E-E1B4-AF4B-844A27EA9AC5}" dt="2026-02-22T20:51:14.795" v="66"/>
          <ac:picMkLst>
            <pc:docMk/>
            <pc:sldMk cId="3326561220" sldId="302"/>
            <ac:picMk id="7" creationId="{C071FD70-1651-1D26-5167-8A08832CEF3A}"/>
          </ac:picMkLst>
        </pc:picChg>
      </pc:sldChg>
    </pc:docChg>
  </pc:docChgLst>
  <pc:docChgLst>
    <pc:chgData name="Melisha L Allen" userId="S::allenml9@email.uscupstate.edu::8730014c-fef8-4a88-90f6-fecd9ab24642" providerId="AD" clId="Web-{97ED816B-FBEF-08EB-0DC8-95EA2BCDEE01}"/>
    <pc:docChg chg="mod modSld addMainMaster delMainMaster">
      <pc:chgData name="Melisha L Allen" userId="S::allenml9@email.uscupstate.edu::8730014c-fef8-4a88-90f6-fecd9ab24642" providerId="AD" clId="Web-{97ED816B-FBEF-08EB-0DC8-95EA2BCDEE01}" dt="2026-02-22T06:20:17.541" v="375"/>
      <pc:docMkLst>
        <pc:docMk/>
      </pc:docMkLst>
      <pc:sldChg chg="delSp modSp mod modClrScheme delDesignElem chgLayout">
        <pc:chgData name="Melisha L Allen" userId="S::allenml9@email.uscupstate.edu::8730014c-fef8-4a88-90f6-fecd9ab24642" providerId="AD" clId="Web-{97ED816B-FBEF-08EB-0DC8-95EA2BCDEE01}" dt="2026-02-22T05:29:52.295" v="112" actId="20577"/>
        <pc:sldMkLst>
          <pc:docMk/>
          <pc:sldMk cId="2205675272" sldId="259"/>
        </pc:sldMkLst>
        <pc:spChg chg="mod ord">
          <ac:chgData name="Melisha L Allen" userId="S::allenml9@email.uscupstate.edu::8730014c-fef8-4a88-90f6-fecd9ab24642" providerId="AD" clId="Web-{97ED816B-FBEF-08EB-0DC8-95EA2BCDEE01}" dt="2026-02-22T05:29:52.295" v="112" actId="20577"/>
          <ac:spMkLst>
            <pc:docMk/>
            <pc:sldMk cId="2205675272" sldId="259"/>
            <ac:spMk id="2" creationId="{A77F7B30-8476-D347-6214-BBE9F2DCCBE3}"/>
          </ac:spMkLst>
        </pc:spChg>
        <pc:picChg chg="mod">
          <ac:chgData name="Melisha L Allen" userId="S::allenml9@email.uscupstate.edu::8730014c-fef8-4a88-90f6-fecd9ab24642" providerId="AD" clId="Web-{97ED816B-FBEF-08EB-0DC8-95EA2BCDEE01}" dt="2026-02-22T05:29:16.199" v="107" actId="14100"/>
          <ac:picMkLst>
            <pc:docMk/>
            <pc:sldMk cId="2205675272" sldId="259"/>
            <ac:picMk id="3" creationId="{B1E49758-9C49-1880-B757-6D33FDEB51B5}"/>
          </ac:picMkLst>
        </pc:picChg>
        <pc:picChg chg="mod">
          <ac:chgData name="Melisha L Allen" userId="S::allenml9@email.uscupstate.edu::8730014c-fef8-4a88-90f6-fecd9ab24642" providerId="AD" clId="Web-{97ED816B-FBEF-08EB-0DC8-95EA2BCDEE01}" dt="2026-02-22T05:29:07.262" v="105" actId="1076"/>
          <ac:picMkLst>
            <pc:docMk/>
            <pc:sldMk cId="2205675272" sldId="259"/>
            <ac:picMk id="4" creationId="{83928791-8739-0E22-3A20-F3DDCC59621C}"/>
          </ac:picMkLst>
        </pc:picChg>
        <pc:picChg chg="mod">
          <ac:chgData name="Melisha L Allen" userId="S::allenml9@email.uscupstate.edu::8730014c-fef8-4a88-90f6-fecd9ab24642" providerId="AD" clId="Web-{97ED816B-FBEF-08EB-0DC8-95EA2BCDEE01}" dt="2026-02-22T05:28:51.855" v="104" actId="1076"/>
          <ac:picMkLst>
            <pc:docMk/>
            <pc:sldMk cId="2205675272" sldId="259"/>
            <ac:picMk id="5" creationId="{B268DDF7-862A-B64A-611C-12E83E391F0A}"/>
          </ac:picMkLst>
        </pc:picChg>
      </pc:sldChg>
      <pc:sldChg chg="delSp modSp mod modClrScheme delDesignElem chgLayout">
        <pc:chgData name="Melisha L Allen" userId="S::allenml9@email.uscupstate.edu::8730014c-fef8-4a88-90f6-fecd9ab24642" providerId="AD" clId="Web-{97ED816B-FBEF-08EB-0DC8-95EA2BCDEE01}" dt="2026-02-22T05:28:32.807" v="102"/>
        <pc:sldMkLst>
          <pc:docMk/>
          <pc:sldMk cId="1682044759" sldId="260"/>
        </pc:sldMkLst>
        <pc:spChg chg="mod ord">
          <ac:chgData name="Melisha L Allen" userId="S::allenml9@email.uscupstate.edu::8730014c-fef8-4a88-90f6-fecd9ab24642" providerId="AD" clId="Web-{97ED816B-FBEF-08EB-0DC8-95EA2BCDEE01}" dt="2026-02-22T05:27:15.131" v="93" actId="20577"/>
          <ac:spMkLst>
            <pc:docMk/>
            <pc:sldMk cId="1682044759" sldId="260"/>
            <ac:spMk id="2" creationId="{C42A52A1-2614-ECB4-06F5-70C6FAE18A8E}"/>
          </ac:spMkLst>
        </pc:spChg>
        <pc:picChg chg="mod">
          <ac:chgData name="Melisha L Allen" userId="S::allenml9@email.uscupstate.edu::8730014c-fef8-4a88-90f6-fecd9ab24642" providerId="AD" clId="Web-{97ED816B-FBEF-08EB-0DC8-95EA2BCDEE01}" dt="2026-02-22T05:28:27.603" v="100"/>
          <ac:picMkLst>
            <pc:docMk/>
            <pc:sldMk cId="1682044759" sldId="260"/>
            <ac:picMk id="4" creationId="{248A3797-849A-E924-A13E-965483920696}"/>
          </ac:picMkLst>
        </pc:picChg>
        <pc:picChg chg="mod">
          <ac:chgData name="Melisha L Allen" userId="S::allenml9@email.uscupstate.edu::8730014c-fef8-4a88-90f6-fecd9ab24642" providerId="AD" clId="Web-{97ED816B-FBEF-08EB-0DC8-95EA2BCDEE01}" dt="2026-02-22T05:28:29.854" v="101"/>
          <ac:picMkLst>
            <pc:docMk/>
            <pc:sldMk cId="1682044759" sldId="260"/>
            <ac:picMk id="5" creationId="{CDDD5946-529D-4BEB-8688-4F7C8CAB9E6D}"/>
          </ac:picMkLst>
        </pc:picChg>
        <pc:picChg chg="mod">
          <ac:chgData name="Melisha L Allen" userId="S::allenml9@email.uscupstate.edu::8730014c-fef8-4a88-90f6-fecd9ab24642" providerId="AD" clId="Web-{97ED816B-FBEF-08EB-0DC8-95EA2BCDEE01}" dt="2026-02-22T05:28:32.807" v="102"/>
          <ac:picMkLst>
            <pc:docMk/>
            <pc:sldMk cId="1682044759" sldId="260"/>
            <ac:picMk id="6" creationId="{71D41E5F-D49E-5128-B69C-8AF521DB4AC0}"/>
          </ac:picMkLst>
        </pc:picChg>
      </pc:sldChg>
      <pc:sldChg chg="delSp modSp mod modClrScheme delDesignElem chgLayout">
        <pc:chgData name="Melisha L Allen" userId="S::allenml9@email.uscupstate.edu::8730014c-fef8-4a88-90f6-fecd9ab24642" providerId="AD" clId="Web-{97ED816B-FBEF-08EB-0DC8-95EA2BCDEE01}" dt="2026-02-22T05:30:40.296" v="123" actId="20577"/>
        <pc:sldMkLst>
          <pc:docMk/>
          <pc:sldMk cId="1799766881" sldId="261"/>
        </pc:sldMkLst>
        <pc:spChg chg="mod ord">
          <ac:chgData name="Melisha L Allen" userId="S::allenml9@email.uscupstate.edu::8730014c-fef8-4a88-90f6-fecd9ab24642" providerId="AD" clId="Web-{97ED816B-FBEF-08EB-0DC8-95EA2BCDEE01}" dt="2026-02-22T05:30:40.296" v="123" actId="20577"/>
          <ac:spMkLst>
            <pc:docMk/>
            <pc:sldMk cId="1799766881" sldId="261"/>
            <ac:spMk id="2" creationId="{2E4D62A6-3D65-9E76-E0C0-1FBD5E864B48}"/>
          </ac:spMkLst>
        </pc:spChg>
      </pc:sldChg>
      <pc:sldChg chg="delSp modSp mod modClrScheme delDesignElem chgLayout">
        <pc:chgData name="Melisha L Allen" userId="S::allenml9@email.uscupstate.edu::8730014c-fef8-4a88-90f6-fecd9ab24642" providerId="AD" clId="Web-{97ED816B-FBEF-08EB-0DC8-95EA2BCDEE01}" dt="2026-02-22T05:38:23.104" v="170" actId="1076"/>
        <pc:sldMkLst>
          <pc:docMk/>
          <pc:sldMk cId="273035921" sldId="262"/>
        </pc:sldMkLst>
        <pc:spChg chg="mod ord">
          <ac:chgData name="Melisha L Allen" userId="S::allenml9@email.uscupstate.edu::8730014c-fef8-4a88-90f6-fecd9ab24642" providerId="AD" clId="Web-{97ED816B-FBEF-08EB-0DC8-95EA2BCDEE01}" dt="2026-02-22T05:37:27.180" v="162" actId="20577"/>
          <ac:spMkLst>
            <pc:docMk/>
            <pc:sldMk cId="273035921" sldId="262"/>
            <ac:spMk id="2" creationId="{C42DB00F-CB38-3FFC-8C8A-152D66A2A02F}"/>
          </ac:spMkLst>
        </pc:spChg>
        <pc:picChg chg="mod">
          <ac:chgData name="Melisha L Allen" userId="S::allenml9@email.uscupstate.edu::8730014c-fef8-4a88-90f6-fecd9ab24642" providerId="AD" clId="Web-{97ED816B-FBEF-08EB-0DC8-95EA2BCDEE01}" dt="2026-02-22T05:38:23.104" v="170" actId="1076"/>
          <ac:picMkLst>
            <pc:docMk/>
            <pc:sldMk cId="273035921" sldId="262"/>
            <ac:picMk id="3" creationId="{D42A51EB-37DB-245C-1C15-7056E2357FB1}"/>
          </ac:picMkLst>
        </pc:picChg>
        <pc:picChg chg="mod">
          <ac:chgData name="Melisha L Allen" userId="S::allenml9@email.uscupstate.edu::8730014c-fef8-4a88-90f6-fecd9ab24642" providerId="AD" clId="Web-{97ED816B-FBEF-08EB-0DC8-95EA2BCDEE01}" dt="2026-02-22T05:38:20.589" v="169" actId="1076"/>
          <ac:picMkLst>
            <pc:docMk/>
            <pc:sldMk cId="273035921" sldId="262"/>
            <ac:picMk id="4" creationId="{FAC2276D-A3B2-BF26-69F7-D5DD5B2841A4}"/>
          </ac:picMkLst>
        </pc:picChg>
        <pc:picChg chg="mod">
          <ac:chgData name="Melisha L Allen" userId="S::allenml9@email.uscupstate.edu::8730014c-fef8-4a88-90f6-fecd9ab24642" providerId="AD" clId="Web-{97ED816B-FBEF-08EB-0DC8-95EA2BCDEE01}" dt="2026-02-22T05:37:39.524" v="165"/>
          <ac:picMkLst>
            <pc:docMk/>
            <pc:sldMk cId="273035921" sldId="262"/>
            <ac:picMk id="5" creationId="{0AF611B4-4138-7ABF-5940-719FB661CAEB}"/>
          </ac:picMkLst>
        </pc:picChg>
      </pc:sldChg>
      <pc:sldChg chg="delSp modSp mod modClrScheme delDesignElem chgLayout">
        <pc:chgData name="Melisha L Allen" userId="S::allenml9@email.uscupstate.edu::8730014c-fef8-4a88-90f6-fecd9ab24642" providerId="AD" clId="Web-{97ED816B-FBEF-08EB-0DC8-95EA2BCDEE01}" dt="2026-02-22T05:33:25.395" v="141"/>
        <pc:sldMkLst>
          <pc:docMk/>
          <pc:sldMk cId="3596043743" sldId="263"/>
        </pc:sldMkLst>
        <pc:spChg chg="mod ord">
          <ac:chgData name="Melisha L Allen" userId="S::allenml9@email.uscupstate.edu::8730014c-fef8-4a88-90f6-fecd9ab24642" providerId="AD" clId="Web-{97ED816B-FBEF-08EB-0DC8-95EA2BCDEE01}" dt="2026-02-22T05:32:33.190" v="137" actId="20577"/>
          <ac:spMkLst>
            <pc:docMk/>
            <pc:sldMk cId="3596043743" sldId="263"/>
            <ac:spMk id="2" creationId="{95B97E40-B1C9-A135-E31B-B5A333CE894E}"/>
          </ac:spMkLst>
        </pc:spChg>
        <pc:picChg chg="mod">
          <ac:chgData name="Melisha L Allen" userId="S::allenml9@email.uscupstate.edu::8730014c-fef8-4a88-90f6-fecd9ab24642" providerId="AD" clId="Web-{97ED816B-FBEF-08EB-0DC8-95EA2BCDEE01}" dt="2026-02-22T05:33:22.488" v="140"/>
          <ac:picMkLst>
            <pc:docMk/>
            <pc:sldMk cId="3596043743" sldId="263"/>
            <ac:picMk id="5" creationId="{B3796E56-EE32-1888-96D4-60379200FAA1}"/>
          </ac:picMkLst>
        </pc:picChg>
        <pc:picChg chg="mod">
          <ac:chgData name="Melisha L Allen" userId="S::allenml9@email.uscupstate.edu::8730014c-fef8-4a88-90f6-fecd9ab24642" providerId="AD" clId="Web-{97ED816B-FBEF-08EB-0DC8-95EA2BCDEE01}" dt="2026-02-22T05:33:25.395" v="141"/>
          <ac:picMkLst>
            <pc:docMk/>
            <pc:sldMk cId="3596043743" sldId="263"/>
            <ac:picMk id="6" creationId="{0DC40585-F653-05C9-3CA5-EF3D1A8E8183}"/>
          </ac:picMkLst>
        </pc:picChg>
      </pc:sldChg>
      <pc:sldChg chg="modSp mod modClrScheme chgLayout">
        <pc:chgData name="Melisha L Allen" userId="S::allenml9@email.uscupstate.edu::8730014c-fef8-4a88-90f6-fecd9ab24642" providerId="AD" clId="Web-{97ED816B-FBEF-08EB-0DC8-95EA2BCDEE01}" dt="2026-02-22T05:42:56.377" v="187" actId="1076"/>
        <pc:sldMkLst>
          <pc:docMk/>
          <pc:sldMk cId="914039763" sldId="266"/>
        </pc:sldMkLst>
        <pc:picChg chg="mod">
          <ac:chgData name="Melisha L Allen" userId="S::allenml9@email.uscupstate.edu::8730014c-fef8-4a88-90f6-fecd9ab24642" providerId="AD" clId="Web-{97ED816B-FBEF-08EB-0DC8-95EA2BCDEE01}" dt="2026-02-22T05:42:46.048" v="186" actId="1076"/>
          <ac:picMkLst>
            <pc:docMk/>
            <pc:sldMk cId="914039763" sldId="266"/>
            <ac:picMk id="4" creationId="{E1D7862D-6446-2E93-5ABD-27FF6A6795E5}"/>
          </ac:picMkLst>
        </pc:picChg>
        <pc:picChg chg="mod">
          <ac:chgData name="Melisha L Allen" userId="S::allenml9@email.uscupstate.edu::8730014c-fef8-4a88-90f6-fecd9ab24642" providerId="AD" clId="Web-{97ED816B-FBEF-08EB-0DC8-95EA2BCDEE01}" dt="2026-02-22T05:42:56.377" v="187" actId="1076"/>
          <ac:picMkLst>
            <pc:docMk/>
            <pc:sldMk cId="914039763" sldId="266"/>
            <ac:picMk id="5" creationId="{A94E8467-354C-83B8-E314-BC9F3156803C}"/>
          </ac:picMkLst>
        </pc:picChg>
      </pc:sldChg>
      <pc:sldChg chg="modSp mod setBg modClrScheme chgLayout">
        <pc:chgData name="Melisha L Allen" userId="S::allenml9@email.uscupstate.edu::8730014c-fef8-4a88-90f6-fecd9ab24642" providerId="AD" clId="Web-{97ED816B-FBEF-08EB-0DC8-95EA2BCDEE01}" dt="2026-02-22T06:20:17.541" v="375"/>
        <pc:sldMkLst>
          <pc:docMk/>
          <pc:sldMk cId="2172950934" sldId="283"/>
        </pc:sldMkLst>
        <pc:spChg chg="mod ord">
          <ac:chgData name="Melisha L Allen" userId="S::allenml9@email.uscupstate.edu::8730014c-fef8-4a88-90f6-fecd9ab24642" providerId="AD" clId="Web-{97ED816B-FBEF-08EB-0DC8-95EA2BCDEE01}" dt="2026-02-22T06:13:46.583" v="366" actId="20577"/>
          <ac:spMkLst>
            <pc:docMk/>
            <pc:sldMk cId="2172950934" sldId="283"/>
            <ac:spMk id="2" creationId="{7E84867B-9991-CFDB-D610-9FD1EB9EE2D1}"/>
          </ac:spMkLst>
        </pc:spChg>
        <pc:spChg chg="mod ord">
          <ac:chgData name="Melisha L Allen" userId="S::allenml9@email.uscupstate.edu::8730014c-fef8-4a88-90f6-fecd9ab24642" providerId="AD" clId="Web-{97ED816B-FBEF-08EB-0DC8-95EA2BCDEE01}" dt="2026-02-22T06:14:13.786" v="371" actId="20577"/>
          <ac:spMkLst>
            <pc:docMk/>
            <pc:sldMk cId="2172950934" sldId="283"/>
            <ac:spMk id="3" creationId="{CA53FD4C-CF05-9017-C99C-34D7EB78DEA3}"/>
          </ac:spMkLst>
        </pc:spChg>
      </pc:sldChg>
      <pc:sldChg chg="addSp delSp modSp mod modClrScheme chgLayout">
        <pc:chgData name="Melisha L Allen" userId="S::allenml9@email.uscupstate.edu::8730014c-fef8-4a88-90f6-fecd9ab24642" providerId="AD" clId="Web-{97ED816B-FBEF-08EB-0DC8-95EA2BCDEE01}" dt="2026-02-22T05:12:17.840" v="21" actId="14100"/>
        <pc:sldMkLst>
          <pc:docMk/>
          <pc:sldMk cId="3652711810" sldId="284"/>
        </pc:sldMkLst>
        <pc:spChg chg="mod ord">
          <ac:chgData name="Melisha L Allen" userId="S::allenml9@email.uscupstate.edu::8730014c-fef8-4a88-90f6-fecd9ab24642" providerId="AD" clId="Web-{97ED816B-FBEF-08EB-0DC8-95EA2BCDEE01}" dt="2026-02-22T05:12:06.995" v="19"/>
          <ac:spMkLst>
            <pc:docMk/>
            <pc:sldMk cId="3652711810" sldId="284"/>
            <ac:spMk id="2" creationId="{242DD97C-0159-F6C6-F590-2C0C80DE920D}"/>
          </ac:spMkLst>
        </pc:spChg>
        <pc:spChg chg="mod ord">
          <ac:chgData name="Melisha L Allen" userId="S::allenml9@email.uscupstate.edu::8730014c-fef8-4a88-90f6-fecd9ab24642" providerId="AD" clId="Web-{97ED816B-FBEF-08EB-0DC8-95EA2BCDEE01}" dt="2026-02-22T05:12:17.840" v="21" actId="14100"/>
          <ac:spMkLst>
            <pc:docMk/>
            <pc:sldMk cId="3652711810" sldId="284"/>
            <ac:spMk id="3" creationId="{ECEBE072-73D3-7CEC-1612-B0FEFB95B63F}"/>
          </ac:spMkLst>
        </pc:spChg>
      </pc:sldChg>
      <pc:sldChg chg="addSp delSp modSp mod modClrScheme chgLayout">
        <pc:chgData name="Melisha L Allen" userId="S::allenml9@email.uscupstate.edu::8730014c-fef8-4a88-90f6-fecd9ab24642" providerId="AD" clId="Web-{97ED816B-FBEF-08EB-0DC8-95EA2BCDEE01}" dt="2026-02-22T05:16:39.473" v="38" actId="20577"/>
        <pc:sldMkLst>
          <pc:docMk/>
          <pc:sldMk cId="3720373009" sldId="285"/>
        </pc:sldMkLst>
        <pc:spChg chg="mod ord">
          <ac:chgData name="Melisha L Allen" userId="S::allenml9@email.uscupstate.edu::8730014c-fef8-4a88-90f6-fecd9ab24642" providerId="AD" clId="Web-{97ED816B-FBEF-08EB-0DC8-95EA2BCDEE01}" dt="2026-02-22T05:15:47.253" v="31" actId="1076"/>
          <ac:spMkLst>
            <pc:docMk/>
            <pc:sldMk cId="3720373009" sldId="285"/>
            <ac:spMk id="2" creationId="{7415DC7C-55D9-BEF8-AEE2-859CE5ACF699}"/>
          </ac:spMkLst>
        </pc:spChg>
        <pc:spChg chg="mod ord">
          <ac:chgData name="Melisha L Allen" userId="S::allenml9@email.uscupstate.edu::8730014c-fef8-4a88-90f6-fecd9ab24642" providerId="AD" clId="Web-{97ED816B-FBEF-08EB-0DC8-95EA2BCDEE01}" dt="2026-02-22T05:16:39.473" v="38" actId="20577"/>
          <ac:spMkLst>
            <pc:docMk/>
            <pc:sldMk cId="3720373009" sldId="285"/>
            <ac:spMk id="3" creationId="{0A2496B4-093D-33F8-A5AA-4F2AEF82DA86}"/>
          </ac:spMkLst>
        </pc:spChg>
      </pc:sldChg>
      <pc:sldChg chg="addSp delSp modSp mod modClrScheme chgLayout">
        <pc:chgData name="Melisha L Allen" userId="S::allenml9@email.uscupstate.edu::8730014c-fef8-4a88-90f6-fecd9ab24642" providerId="AD" clId="Web-{97ED816B-FBEF-08EB-0DC8-95EA2BCDEE01}" dt="2026-02-22T05:47:32.709" v="205" actId="20577"/>
        <pc:sldMkLst>
          <pc:docMk/>
          <pc:sldMk cId="3482129380" sldId="287"/>
        </pc:sldMkLst>
        <pc:spChg chg="mod ord">
          <ac:chgData name="Melisha L Allen" userId="S::allenml9@email.uscupstate.edu::8730014c-fef8-4a88-90f6-fecd9ab24642" providerId="AD" clId="Web-{97ED816B-FBEF-08EB-0DC8-95EA2BCDEE01}" dt="2026-02-22T05:47:32.709" v="205" actId="20577"/>
          <ac:spMkLst>
            <pc:docMk/>
            <pc:sldMk cId="3482129380" sldId="287"/>
            <ac:spMk id="2" creationId="{44FC959C-A536-A438-7A93-3EA8A4BFDD5B}"/>
          </ac:spMkLst>
        </pc:spChg>
        <pc:picChg chg="add mod ord">
          <ac:chgData name="Melisha L Allen" userId="S::allenml9@email.uscupstate.edu::8730014c-fef8-4a88-90f6-fecd9ab24642" providerId="AD" clId="Web-{97ED816B-FBEF-08EB-0DC8-95EA2BCDEE01}" dt="2026-02-22T05:36:48.508" v="158"/>
          <ac:picMkLst>
            <pc:docMk/>
            <pc:sldMk cId="3482129380" sldId="287"/>
            <ac:picMk id="5" creationId="{4F48BD1A-7230-2511-638F-69CE7E140722}"/>
          </ac:picMkLst>
        </pc:picChg>
      </pc:sldChg>
      <pc:sldChg chg="modSp mod setBg modClrScheme chgLayout">
        <pc:chgData name="Melisha L Allen" userId="S::allenml9@email.uscupstate.edu::8730014c-fef8-4a88-90f6-fecd9ab24642" providerId="AD" clId="Web-{97ED816B-FBEF-08EB-0DC8-95EA2BCDEE01}" dt="2026-02-22T05:20:42.899" v="55" actId="14100"/>
        <pc:sldMkLst>
          <pc:docMk/>
          <pc:sldMk cId="1723127818" sldId="289"/>
        </pc:sldMkLst>
        <pc:spChg chg="mod ord">
          <ac:chgData name="Melisha L Allen" userId="S::allenml9@email.uscupstate.edu::8730014c-fef8-4a88-90f6-fecd9ab24642" providerId="AD" clId="Web-{97ED816B-FBEF-08EB-0DC8-95EA2BCDEE01}" dt="2026-02-22T05:20:27.977" v="52" actId="14100"/>
          <ac:spMkLst>
            <pc:docMk/>
            <pc:sldMk cId="1723127818" sldId="289"/>
            <ac:spMk id="3" creationId="{5CB96F3C-A25D-FBE9-6FE5-4C76E61FB953}"/>
          </ac:spMkLst>
        </pc:spChg>
        <pc:spChg chg="mod ord">
          <ac:chgData name="Melisha L Allen" userId="S::allenml9@email.uscupstate.edu::8730014c-fef8-4a88-90f6-fecd9ab24642" providerId="AD" clId="Web-{97ED816B-FBEF-08EB-0DC8-95EA2BCDEE01}" dt="2026-02-22T05:20:42.899" v="55" actId="14100"/>
          <ac:spMkLst>
            <pc:docMk/>
            <pc:sldMk cId="1723127818" sldId="289"/>
            <ac:spMk id="4" creationId="{8CE6A0FA-B063-F2A5-9186-AD7EE79D067F}"/>
          </ac:spMkLst>
        </pc:spChg>
        <pc:spChg chg="mod ord">
          <ac:chgData name="Melisha L Allen" userId="S::allenml9@email.uscupstate.edu::8730014c-fef8-4a88-90f6-fecd9ab24642" providerId="AD" clId="Web-{97ED816B-FBEF-08EB-0DC8-95EA2BCDEE01}" dt="2026-02-22T05:20:31.383" v="53" actId="14100"/>
          <ac:spMkLst>
            <pc:docMk/>
            <pc:sldMk cId="1723127818" sldId="289"/>
            <ac:spMk id="5" creationId="{1222C021-A001-0680-A0DB-2921BDFB72E2}"/>
          </ac:spMkLst>
        </pc:spChg>
        <pc:spChg chg="mod ord">
          <ac:chgData name="Melisha L Allen" userId="S::allenml9@email.uscupstate.edu::8730014c-fef8-4a88-90f6-fecd9ab24642" providerId="AD" clId="Web-{97ED816B-FBEF-08EB-0DC8-95EA2BCDEE01}" dt="2026-02-22T05:20:36.618" v="54" actId="14100"/>
          <ac:spMkLst>
            <pc:docMk/>
            <pc:sldMk cId="1723127818" sldId="289"/>
            <ac:spMk id="6" creationId="{5C1B2DA7-B432-993A-B1A7-5F145D254221}"/>
          </ac:spMkLst>
        </pc:spChg>
      </pc:sldChg>
      <pc:sldChg chg="modSp mod modClrScheme chgLayout">
        <pc:chgData name="Melisha L Allen" userId="S::allenml9@email.uscupstate.edu::8730014c-fef8-4a88-90f6-fecd9ab24642" providerId="AD" clId="Web-{97ED816B-FBEF-08EB-0DC8-95EA2BCDEE01}" dt="2026-02-22T05:39:09.074" v="171" actId="20577"/>
        <pc:sldMkLst>
          <pc:docMk/>
          <pc:sldMk cId="3314073187" sldId="290"/>
        </pc:sldMkLst>
        <pc:spChg chg="mod ord">
          <ac:chgData name="Melisha L Allen" userId="S::allenml9@email.uscupstate.edu::8730014c-fef8-4a88-90f6-fecd9ab24642" providerId="AD" clId="Web-{97ED816B-FBEF-08EB-0DC8-95EA2BCDEE01}" dt="2026-02-22T05:39:09.074" v="171" actId="20577"/>
          <ac:spMkLst>
            <pc:docMk/>
            <pc:sldMk cId="3314073187" sldId="290"/>
            <ac:spMk id="2" creationId="{3E041AE5-7DA7-3A7D-DCB4-B60FD8755453}"/>
          </ac:spMkLst>
        </pc:spChg>
        <pc:picChg chg="mod ord">
          <ac:chgData name="Melisha L Allen" userId="S::allenml9@email.uscupstate.edu::8730014c-fef8-4a88-90f6-fecd9ab24642" providerId="AD" clId="Web-{97ED816B-FBEF-08EB-0DC8-95EA2BCDEE01}" dt="2026-02-22T05:09:39.267" v="2"/>
          <ac:picMkLst>
            <pc:docMk/>
            <pc:sldMk cId="3314073187" sldId="290"/>
            <ac:picMk id="4" creationId="{8A560AA4-78EA-5478-EC34-8A3CDA6961D0}"/>
          </ac:picMkLst>
        </pc:picChg>
      </pc:sldChg>
      <pc:sldChg chg="modSp mod modClrScheme chgLayout">
        <pc:chgData name="Melisha L Allen" userId="S::allenml9@email.uscupstate.edu::8730014c-fef8-4a88-90f6-fecd9ab24642" providerId="AD" clId="Web-{97ED816B-FBEF-08EB-0DC8-95EA2BCDEE01}" dt="2026-02-22T05:40:14.590" v="174" actId="14100"/>
        <pc:sldMkLst>
          <pc:docMk/>
          <pc:sldMk cId="1833945599" sldId="291"/>
        </pc:sldMkLst>
        <pc:spChg chg="mod ord">
          <ac:chgData name="Melisha L Allen" userId="S::allenml9@email.uscupstate.edu::8730014c-fef8-4a88-90f6-fecd9ab24642" providerId="AD" clId="Web-{97ED816B-FBEF-08EB-0DC8-95EA2BCDEE01}" dt="2026-02-22T05:40:14.590" v="174" actId="14100"/>
          <ac:spMkLst>
            <pc:docMk/>
            <pc:sldMk cId="1833945599" sldId="291"/>
            <ac:spMk id="2" creationId="{F6B778EC-4350-DB81-3138-AAEC012D2D75}"/>
          </ac:spMkLst>
        </pc:spChg>
      </pc:sldChg>
      <pc:sldChg chg="modSp mod modClrScheme chgLayout">
        <pc:chgData name="Melisha L Allen" userId="S::allenml9@email.uscupstate.edu::8730014c-fef8-4a88-90f6-fecd9ab24642" providerId="AD" clId="Web-{97ED816B-FBEF-08EB-0DC8-95EA2BCDEE01}" dt="2026-02-22T05:41:49.388" v="179" actId="1076"/>
        <pc:sldMkLst>
          <pc:docMk/>
          <pc:sldMk cId="3614962928" sldId="292"/>
        </pc:sldMkLst>
        <pc:spChg chg="mod ord">
          <ac:chgData name="Melisha L Allen" userId="S::allenml9@email.uscupstate.edu::8730014c-fef8-4a88-90f6-fecd9ab24642" providerId="AD" clId="Web-{97ED816B-FBEF-08EB-0DC8-95EA2BCDEE01}" dt="2026-02-22T05:40:36.793" v="176"/>
          <ac:spMkLst>
            <pc:docMk/>
            <pc:sldMk cId="3614962928" sldId="292"/>
            <ac:spMk id="2" creationId="{C5D105D9-FF9F-DFBC-1925-934092B95176}"/>
          </ac:spMkLst>
        </pc:spChg>
        <pc:picChg chg="mod">
          <ac:chgData name="Melisha L Allen" userId="S::allenml9@email.uscupstate.edu::8730014c-fef8-4a88-90f6-fecd9ab24642" providerId="AD" clId="Web-{97ED816B-FBEF-08EB-0DC8-95EA2BCDEE01}" dt="2026-02-22T05:41:49.388" v="179" actId="1076"/>
          <ac:picMkLst>
            <pc:docMk/>
            <pc:sldMk cId="3614962928" sldId="292"/>
            <ac:picMk id="5" creationId="{02C8EB62-5239-B300-02B3-CD254E2B001C}"/>
          </ac:picMkLst>
        </pc:picChg>
      </pc:sldChg>
      <pc:sldChg chg="modSp mod modClrScheme chgLayout">
        <pc:chgData name="Melisha L Allen" userId="S::allenml9@email.uscupstate.edu::8730014c-fef8-4a88-90f6-fecd9ab24642" providerId="AD" clId="Web-{97ED816B-FBEF-08EB-0DC8-95EA2BCDEE01}" dt="2026-02-22T05:09:39.267" v="2"/>
        <pc:sldMkLst>
          <pc:docMk/>
          <pc:sldMk cId="1201291107" sldId="293"/>
        </pc:sldMkLst>
        <pc:spChg chg="mod ord">
          <ac:chgData name="Melisha L Allen" userId="S::allenml9@email.uscupstate.edu::8730014c-fef8-4a88-90f6-fecd9ab24642" providerId="AD" clId="Web-{97ED816B-FBEF-08EB-0DC8-95EA2BCDEE01}" dt="2026-02-22T05:09:39.267" v="2"/>
          <ac:spMkLst>
            <pc:docMk/>
            <pc:sldMk cId="1201291107" sldId="293"/>
            <ac:spMk id="2" creationId="{B28BF0C9-8B4C-2E6F-718F-C68556817114}"/>
          </ac:spMkLst>
        </pc:spChg>
      </pc:sldChg>
      <pc:sldChg chg="modSp mod modClrScheme chgLayout">
        <pc:chgData name="Melisha L Allen" userId="S::allenml9@email.uscupstate.edu::8730014c-fef8-4a88-90f6-fecd9ab24642" providerId="AD" clId="Web-{97ED816B-FBEF-08EB-0DC8-95EA2BCDEE01}" dt="2026-02-22T05:09:39.267" v="2"/>
        <pc:sldMkLst>
          <pc:docMk/>
          <pc:sldMk cId="1729264411" sldId="294"/>
        </pc:sldMkLst>
        <pc:spChg chg="mod ord">
          <ac:chgData name="Melisha L Allen" userId="S::allenml9@email.uscupstate.edu::8730014c-fef8-4a88-90f6-fecd9ab24642" providerId="AD" clId="Web-{97ED816B-FBEF-08EB-0DC8-95EA2BCDEE01}" dt="2026-02-22T05:09:39.267" v="2"/>
          <ac:spMkLst>
            <pc:docMk/>
            <pc:sldMk cId="1729264411" sldId="294"/>
            <ac:spMk id="2" creationId="{6CA29BE1-9A6C-BB92-6338-4DCCDDAA3BF4}"/>
          </ac:spMkLst>
        </pc:spChg>
        <pc:spChg chg="mod ord">
          <ac:chgData name="Melisha L Allen" userId="S::allenml9@email.uscupstate.edu::8730014c-fef8-4a88-90f6-fecd9ab24642" providerId="AD" clId="Web-{97ED816B-FBEF-08EB-0DC8-95EA2BCDEE01}" dt="2026-02-22T05:09:39.267" v="2"/>
          <ac:spMkLst>
            <pc:docMk/>
            <pc:sldMk cId="1729264411" sldId="294"/>
            <ac:spMk id="3" creationId="{23EDFD47-C498-A409-BD62-5A0E8678A21B}"/>
          </ac:spMkLst>
        </pc:spChg>
      </pc:sldChg>
      <pc:sldChg chg="mod modClrScheme chgLayout">
        <pc:chgData name="Melisha L Allen" userId="S::allenml9@email.uscupstate.edu::8730014c-fef8-4a88-90f6-fecd9ab24642" providerId="AD" clId="Web-{97ED816B-FBEF-08EB-0DC8-95EA2BCDEE01}" dt="2026-02-22T05:09:39.267" v="2"/>
        <pc:sldMkLst>
          <pc:docMk/>
          <pc:sldMk cId="3341444577" sldId="295"/>
        </pc:sldMkLst>
      </pc:sldChg>
      <pc:sldChg chg="mod modClrScheme chgLayout">
        <pc:chgData name="Melisha L Allen" userId="S::allenml9@email.uscupstate.edu::8730014c-fef8-4a88-90f6-fecd9ab24642" providerId="AD" clId="Web-{97ED816B-FBEF-08EB-0DC8-95EA2BCDEE01}" dt="2026-02-22T05:09:39.267" v="2"/>
        <pc:sldMkLst>
          <pc:docMk/>
          <pc:sldMk cId="4276760064" sldId="296"/>
        </pc:sldMkLst>
      </pc:sldChg>
      <pc:sldChg chg="mod modClrScheme chgLayout">
        <pc:chgData name="Melisha L Allen" userId="S::allenml9@email.uscupstate.edu::8730014c-fef8-4a88-90f6-fecd9ab24642" providerId="AD" clId="Web-{97ED816B-FBEF-08EB-0DC8-95EA2BCDEE01}" dt="2026-02-22T05:09:39.267" v="2"/>
        <pc:sldMkLst>
          <pc:docMk/>
          <pc:sldMk cId="1408121171" sldId="297"/>
        </pc:sldMkLst>
      </pc:sldChg>
      <pc:sldChg chg="mod modClrScheme chgLayout">
        <pc:chgData name="Melisha L Allen" userId="S::allenml9@email.uscupstate.edu::8730014c-fef8-4a88-90f6-fecd9ab24642" providerId="AD" clId="Web-{97ED816B-FBEF-08EB-0DC8-95EA2BCDEE01}" dt="2026-02-22T05:09:39.267" v="2"/>
        <pc:sldMkLst>
          <pc:docMk/>
          <pc:sldMk cId="1135612291" sldId="298"/>
        </pc:sldMkLst>
      </pc:sldChg>
      <pc:sldMasterChg chg="add addSldLayout modSldLayout">
        <pc:chgData name="Melisha L Allen" userId="S::allenml9@email.uscupstate.edu::8730014c-fef8-4a88-90f6-fecd9ab24642" providerId="AD" clId="Web-{97ED816B-FBEF-08EB-0DC8-95EA2BCDEE01}" dt="2026-02-22T05:09:39.267" v="2"/>
        <pc:sldMasterMkLst>
          <pc:docMk/>
          <pc:sldMasterMk cId="2318455810" sldId="2147483696"/>
        </pc:sldMasterMkLst>
        <pc:sldLayoutChg chg="add mod replId">
          <pc:chgData name="Melisha L Allen" userId="S::allenml9@email.uscupstate.edu::8730014c-fef8-4a88-90f6-fecd9ab24642" providerId="AD" clId="Web-{97ED816B-FBEF-08EB-0DC8-95EA2BCDEE01}" dt="2026-02-22T05:09:39.267" v="2"/>
          <pc:sldLayoutMkLst>
            <pc:docMk/>
            <pc:sldMasterMk cId="2318455810" sldId="2147483696"/>
            <pc:sldLayoutMk cId="1257503968" sldId="2147483697"/>
          </pc:sldLayoutMkLst>
        </pc:sldLayoutChg>
        <pc:sldLayoutChg chg="add mod replId">
          <pc:chgData name="Melisha L Allen" userId="S::allenml9@email.uscupstate.edu::8730014c-fef8-4a88-90f6-fecd9ab24642" providerId="AD" clId="Web-{97ED816B-FBEF-08EB-0DC8-95EA2BCDEE01}" dt="2026-02-22T05:09:39.267" v="2"/>
          <pc:sldLayoutMkLst>
            <pc:docMk/>
            <pc:sldMasterMk cId="2318455810" sldId="2147483696"/>
            <pc:sldLayoutMk cId="2444364028" sldId="2147483698"/>
          </pc:sldLayoutMkLst>
        </pc:sldLayoutChg>
        <pc:sldLayoutChg chg="add mod replId">
          <pc:chgData name="Melisha L Allen" userId="S::allenml9@email.uscupstate.edu::8730014c-fef8-4a88-90f6-fecd9ab24642" providerId="AD" clId="Web-{97ED816B-FBEF-08EB-0DC8-95EA2BCDEE01}" dt="2026-02-22T05:09:39.267" v="2"/>
          <pc:sldLayoutMkLst>
            <pc:docMk/>
            <pc:sldMasterMk cId="2318455810" sldId="2147483696"/>
            <pc:sldLayoutMk cId="3080258074" sldId="2147483699"/>
          </pc:sldLayoutMkLst>
        </pc:sldLayoutChg>
        <pc:sldLayoutChg chg="add mod replId">
          <pc:chgData name="Melisha L Allen" userId="S::allenml9@email.uscupstate.edu::8730014c-fef8-4a88-90f6-fecd9ab24642" providerId="AD" clId="Web-{97ED816B-FBEF-08EB-0DC8-95EA2BCDEE01}" dt="2026-02-22T05:09:39.267" v="2"/>
          <pc:sldLayoutMkLst>
            <pc:docMk/>
            <pc:sldMasterMk cId="2318455810" sldId="2147483696"/>
            <pc:sldLayoutMk cId="925872623" sldId="2147483700"/>
          </pc:sldLayoutMkLst>
        </pc:sldLayoutChg>
        <pc:sldLayoutChg chg="add mod replId">
          <pc:chgData name="Melisha L Allen" userId="S::allenml9@email.uscupstate.edu::8730014c-fef8-4a88-90f6-fecd9ab24642" providerId="AD" clId="Web-{97ED816B-FBEF-08EB-0DC8-95EA2BCDEE01}" dt="2026-02-22T05:09:39.267" v="2"/>
          <pc:sldLayoutMkLst>
            <pc:docMk/>
            <pc:sldMasterMk cId="2318455810" sldId="2147483696"/>
            <pc:sldLayoutMk cId="212239387" sldId="2147483701"/>
          </pc:sldLayoutMkLst>
        </pc:sldLayoutChg>
        <pc:sldLayoutChg chg="add mod replId">
          <pc:chgData name="Melisha L Allen" userId="S::allenml9@email.uscupstate.edu::8730014c-fef8-4a88-90f6-fecd9ab24642" providerId="AD" clId="Web-{97ED816B-FBEF-08EB-0DC8-95EA2BCDEE01}" dt="2026-02-22T05:09:39.267" v="2"/>
          <pc:sldLayoutMkLst>
            <pc:docMk/>
            <pc:sldMasterMk cId="2318455810" sldId="2147483696"/>
            <pc:sldLayoutMk cId="2320783384" sldId="2147483702"/>
          </pc:sldLayoutMkLst>
        </pc:sldLayoutChg>
        <pc:sldLayoutChg chg="add mod replId">
          <pc:chgData name="Melisha L Allen" userId="S::allenml9@email.uscupstate.edu::8730014c-fef8-4a88-90f6-fecd9ab24642" providerId="AD" clId="Web-{97ED816B-FBEF-08EB-0DC8-95EA2BCDEE01}" dt="2026-02-22T05:09:39.267" v="2"/>
          <pc:sldLayoutMkLst>
            <pc:docMk/>
            <pc:sldMasterMk cId="2318455810" sldId="2147483696"/>
            <pc:sldLayoutMk cId="811928778" sldId="2147483703"/>
          </pc:sldLayoutMkLst>
        </pc:sldLayoutChg>
        <pc:sldLayoutChg chg="add mod replId">
          <pc:chgData name="Melisha L Allen" userId="S::allenml9@email.uscupstate.edu::8730014c-fef8-4a88-90f6-fecd9ab24642" providerId="AD" clId="Web-{97ED816B-FBEF-08EB-0DC8-95EA2BCDEE01}" dt="2026-02-22T05:09:39.267" v="2"/>
          <pc:sldLayoutMkLst>
            <pc:docMk/>
            <pc:sldMasterMk cId="2318455810" sldId="2147483696"/>
            <pc:sldLayoutMk cId="2693254004" sldId="2147483704"/>
          </pc:sldLayoutMkLst>
        </pc:sldLayoutChg>
        <pc:sldLayoutChg chg="add mod replId">
          <pc:chgData name="Melisha L Allen" userId="S::allenml9@email.uscupstate.edu::8730014c-fef8-4a88-90f6-fecd9ab24642" providerId="AD" clId="Web-{97ED816B-FBEF-08EB-0DC8-95EA2BCDEE01}" dt="2026-02-22T05:09:39.267" v="2"/>
          <pc:sldLayoutMkLst>
            <pc:docMk/>
            <pc:sldMasterMk cId="2318455810" sldId="2147483696"/>
            <pc:sldLayoutMk cId="1340462737" sldId="2147483705"/>
          </pc:sldLayoutMkLst>
        </pc:sldLayoutChg>
        <pc:sldLayoutChg chg="add mod replId">
          <pc:chgData name="Melisha L Allen" userId="S::allenml9@email.uscupstate.edu::8730014c-fef8-4a88-90f6-fecd9ab24642" providerId="AD" clId="Web-{97ED816B-FBEF-08EB-0DC8-95EA2BCDEE01}" dt="2026-02-22T05:09:39.267" v="2"/>
          <pc:sldLayoutMkLst>
            <pc:docMk/>
            <pc:sldMasterMk cId="2318455810" sldId="2147483696"/>
            <pc:sldLayoutMk cId="4062839109" sldId="2147483706"/>
          </pc:sldLayoutMkLst>
        </pc:sldLayoutChg>
        <pc:sldLayoutChg chg="add mod replId">
          <pc:chgData name="Melisha L Allen" userId="S::allenml9@email.uscupstate.edu::8730014c-fef8-4a88-90f6-fecd9ab24642" providerId="AD" clId="Web-{97ED816B-FBEF-08EB-0DC8-95EA2BCDEE01}" dt="2026-02-22T05:09:39.267" v="2"/>
          <pc:sldLayoutMkLst>
            <pc:docMk/>
            <pc:sldMasterMk cId="2318455810" sldId="2147483696"/>
            <pc:sldLayoutMk cId="2128642904" sldId="2147483707"/>
          </pc:sldLayoutMkLst>
        </pc:sldLayoutChg>
      </pc:sldMasterChg>
    </pc:docChg>
  </pc:docChgLst>
  <pc:docChgLst>
    <pc:chgData name="Melisha L Allen" userId="S::allenml9@email.uscupstate.edu::8730014c-fef8-4a88-90f6-fecd9ab24642" providerId="AD" clId="Web-{1C16243F-FE11-210B-7479-DFE6640D75FF}"/>
    <pc:docChg chg="addSld modSld sldOrd">
      <pc:chgData name="Melisha L Allen" userId="S::allenml9@email.uscupstate.edu::8730014c-fef8-4a88-90f6-fecd9ab24642" providerId="AD" clId="Web-{1C16243F-FE11-210B-7479-DFE6640D75FF}" dt="2026-02-20T22:44:30.869" v="14" actId="20577"/>
      <pc:docMkLst>
        <pc:docMk/>
      </pc:docMkLst>
      <pc:sldChg chg="modSp new ord">
        <pc:chgData name="Melisha L Allen" userId="S::allenml9@email.uscupstate.edu::8730014c-fef8-4a88-90f6-fecd9ab24642" providerId="AD" clId="Web-{1C16243F-FE11-210B-7479-DFE6640D75FF}" dt="2026-02-20T22:44:30.869" v="14" actId="20577"/>
        <pc:sldMkLst>
          <pc:docMk/>
          <pc:sldMk cId="2172950934" sldId="283"/>
        </pc:sldMkLst>
        <pc:spChg chg="mod">
          <ac:chgData name="Melisha L Allen" userId="S::allenml9@email.uscupstate.edu::8730014c-fef8-4a88-90f6-fecd9ab24642" providerId="AD" clId="Web-{1C16243F-FE11-210B-7479-DFE6640D75FF}" dt="2026-02-20T22:44:30.869" v="14" actId="20577"/>
          <ac:spMkLst>
            <pc:docMk/>
            <pc:sldMk cId="2172950934" sldId="283"/>
            <ac:spMk id="3" creationId="{CA53FD4C-CF05-9017-C99C-34D7EB78DEA3}"/>
          </ac:spMkLst>
        </pc:spChg>
      </pc:sldChg>
    </pc:docChg>
  </pc:docChgLst>
  <pc:docChgLst>
    <pc:chgData name="Nandini D Patel" userId="S::nandini@email.uscupstate.edu::0c273a75-c5db-44d1-a247-1bf168fba096" providerId="AD" clId="Web-{EE3054AD-E1DC-1ADF-F5A1-E501EF1DBFB2}"/>
    <pc:docChg chg="modSld">
      <pc:chgData name="Nandini D Patel" userId="S::nandini@email.uscupstate.edu::0c273a75-c5db-44d1-a247-1bf168fba096" providerId="AD" clId="Web-{EE3054AD-E1DC-1ADF-F5A1-E501EF1DBFB2}" dt="2026-03-02T22:49:22.027" v="0" actId="1076"/>
      <pc:docMkLst>
        <pc:docMk/>
      </pc:docMkLst>
      <pc:sldChg chg="modSp">
        <pc:chgData name="Nandini D Patel" userId="S::nandini@email.uscupstate.edu::0c273a75-c5db-44d1-a247-1bf168fba096" providerId="AD" clId="Web-{EE3054AD-E1DC-1ADF-F5A1-E501EF1DBFB2}" dt="2026-03-02T22:49:22.027" v="0" actId="1076"/>
        <pc:sldMkLst>
          <pc:docMk/>
          <pc:sldMk cId="1833945599" sldId="291"/>
        </pc:sldMkLst>
        <pc:picChg chg="mod">
          <ac:chgData name="Nandini D Patel" userId="S::nandini@email.uscupstate.edu::0c273a75-c5db-44d1-a247-1bf168fba096" providerId="AD" clId="Web-{EE3054AD-E1DC-1ADF-F5A1-E501EF1DBFB2}" dt="2026-03-02T22:49:22.027" v="0" actId="1076"/>
          <ac:picMkLst>
            <pc:docMk/>
            <pc:sldMk cId="1833945599" sldId="291"/>
            <ac:picMk id="9" creationId="{504BF29E-E697-3A72-318D-DF525C6CC47C}"/>
          </ac:picMkLst>
        </pc:picChg>
      </pc:sldChg>
    </pc:docChg>
  </pc:docChgLst>
  <pc:docChgLst>
    <pc:chgData name="Melisha L Allen" userId="S::allenml9@email.uscupstate.edu::8730014c-fef8-4a88-90f6-fecd9ab24642" providerId="AD" clId="Web-{C2B5AB56-7739-99C5-638B-6C0C424935C0}"/>
    <pc:docChg chg="modSld">
      <pc:chgData name="Melisha L Allen" userId="S::allenml9@email.uscupstate.edu::8730014c-fef8-4a88-90f6-fecd9ab24642" providerId="AD" clId="Web-{C2B5AB56-7739-99C5-638B-6C0C424935C0}" dt="2026-02-22T19:58:08.973" v="15" actId="20577"/>
      <pc:docMkLst>
        <pc:docMk/>
      </pc:docMkLst>
      <pc:sldChg chg="modSp">
        <pc:chgData name="Melisha L Allen" userId="S::allenml9@email.uscupstate.edu::8730014c-fef8-4a88-90f6-fecd9ab24642" providerId="AD" clId="Web-{C2B5AB56-7739-99C5-638B-6C0C424935C0}" dt="2026-02-22T19:58:08.973" v="15" actId="20577"/>
        <pc:sldMkLst>
          <pc:docMk/>
          <pc:sldMk cId="2172950934" sldId="283"/>
        </pc:sldMkLst>
        <pc:spChg chg="mod">
          <ac:chgData name="Melisha L Allen" userId="S::allenml9@email.uscupstate.edu::8730014c-fef8-4a88-90f6-fecd9ab24642" providerId="AD" clId="Web-{C2B5AB56-7739-99C5-638B-6C0C424935C0}" dt="2026-02-22T19:58:08.973" v="15" actId="20577"/>
          <ac:spMkLst>
            <pc:docMk/>
            <pc:sldMk cId="2172950934" sldId="283"/>
            <ac:spMk id="2" creationId="{7E84867B-9991-CFDB-D610-9FD1EB9EE2D1}"/>
          </ac:spMkLst>
        </pc:spChg>
        <pc:spChg chg="mod">
          <ac:chgData name="Melisha L Allen" userId="S::allenml9@email.uscupstate.edu::8730014c-fef8-4a88-90f6-fecd9ab24642" providerId="AD" clId="Web-{C2B5AB56-7739-99C5-638B-6C0C424935C0}" dt="2026-02-22T19:58:01.020" v="13" actId="20577"/>
          <ac:spMkLst>
            <pc:docMk/>
            <pc:sldMk cId="2172950934" sldId="283"/>
            <ac:spMk id="3" creationId="{CA53FD4C-CF05-9017-C99C-34D7EB78DEA3}"/>
          </ac:spMkLst>
        </pc:spChg>
      </pc:sldChg>
    </pc:docChg>
  </pc:docChgLst>
  <pc:docChgLst>
    <pc:chgData name="Melisha L Allen" userId="S::allenml9@email.uscupstate.edu::8730014c-fef8-4a88-90f6-fecd9ab24642" providerId="AD" clId="Web-{4AD39B65-8BC5-5448-742E-48E600E23B7D}"/>
    <pc:docChg chg="modSld">
      <pc:chgData name="Melisha L Allen" userId="S::allenml9@email.uscupstate.edu::8730014c-fef8-4a88-90f6-fecd9ab24642" providerId="AD" clId="Web-{4AD39B65-8BC5-5448-742E-48E600E23B7D}" dt="2026-03-01T17:28:38.562" v="1" actId="20577"/>
      <pc:docMkLst>
        <pc:docMk/>
      </pc:docMkLst>
      <pc:sldChg chg="modSp modCm">
        <pc:chgData name="Melisha L Allen" userId="S::allenml9@email.uscupstate.edu::8730014c-fef8-4a88-90f6-fecd9ab24642" providerId="AD" clId="Web-{4AD39B65-8BC5-5448-742E-48E600E23B7D}" dt="2026-03-01T17:28:38.562" v="1" actId="20577"/>
        <pc:sldMkLst>
          <pc:docMk/>
          <pc:sldMk cId="3720373009" sldId="285"/>
        </pc:sldMkLst>
        <pc:spChg chg="mod">
          <ac:chgData name="Melisha L Allen" userId="S::allenml9@email.uscupstate.edu::8730014c-fef8-4a88-90f6-fecd9ab24642" providerId="AD" clId="Web-{4AD39B65-8BC5-5448-742E-48E600E23B7D}" dt="2026-03-01T17:28:38.562" v="1" actId="20577"/>
          <ac:spMkLst>
            <pc:docMk/>
            <pc:sldMk cId="3720373009" sldId="285"/>
            <ac:spMk id="3" creationId="{0A2496B4-093D-33F8-A5AA-4F2AEF82DA86}"/>
          </ac:spMkLst>
        </pc:spChg>
        <pc:extLst>
          <p:ext xmlns:p="http://schemas.openxmlformats.org/presentationml/2006/main" uri="{D6D511B9-2390-475A-947B-AFAB55BFBCF1}">
            <pc226:cmChg xmlns:pc226="http://schemas.microsoft.com/office/powerpoint/2022/06/main/command" chg="mod">
              <pc226:chgData name="Melisha L Allen" userId="S::allenml9@email.uscupstate.edu::8730014c-fef8-4a88-90f6-fecd9ab24642" providerId="AD" clId="Web-{4AD39B65-8BC5-5448-742E-48E600E23B7D}" dt="2026-03-01T17:28:38.562" v="1" actId="20577"/>
              <pc2:cmMkLst xmlns:pc2="http://schemas.microsoft.com/office/powerpoint/2019/9/main/command">
                <pc:docMk/>
                <pc:sldMk cId="3720373009" sldId="285"/>
                <pc2:cmMk id="{2555D1B3-0555-4CBE-982A-CE7845311295}"/>
              </pc2:cmMkLst>
            </pc226:cmChg>
          </p:ext>
        </pc:extLst>
      </pc:sldChg>
    </pc:docChg>
  </pc:docChgLst>
  <pc:docChgLst>
    <pc:chgData name="Leonard J Frost" userId="S::ljfrost@email.uscupstate.edu::54c889c7-ec4d-4b30-9dda-9e8677427343" providerId="AD" clId="Web-{6ABA9BF4-11C9-03E5-8C94-83D7DEDB7822}"/>
    <pc:docChg chg="modSld">
      <pc:chgData name="Leonard J Frost" userId="S::ljfrost@email.uscupstate.edu::54c889c7-ec4d-4b30-9dda-9e8677427343" providerId="AD" clId="Web-{6ABA9BF4-11C9-03E5-8C94-83D7DEDB7822}" dt="2026-02-20T23:32:20.819" v="51" actId="14100"/>
      <pc:docMkLst>
        <pc:docMk/>
      </pc:docMkLst>
      <pc:sldChg chg="addSp delSp modSp">
        <pc:chgData name="Leonard J Frost" userId="S::ljfrost@email.uscupstate.edu::54c889c7-ec4d-4b30-9dda-9e8677427343" providerId="AD" clId="Web-{6ABA9BF4-11C9-03E5-8C94-83D7DEDB7822}" dt="2026-02-20T23:32:20.819" v="51" actId="14100"/>
        <pc:sldMkLst>
          <pc:docMk/>
          <pc:sldMk cId="1833945599" sldId="291"/>
        </pc:sldMkLst>
        <pc:picChg chg="add mod">
          <ac:chgData name="Leonard J Frost" userId="S::ljfrost@email.uscupstate.edu::54c889c7-ec4d-4b30-9dda-9e8677427343" providerId="AD" clId="Web-{6ABA9BF4-11C9-03E5-8C94-83D7DEDB7822}" dt="2026-02-20T23:26:00.575" v="39" actId="14100"/>
          <ac:picMkLst>
            <pc:docMk/>
            <pc:sldMk cId="1833945599" sldId="291"/>
            <ac:picMk id="9" creationId="{504BF29E-E697-3A72-318D-DF525C6CC47C}"/>
          </ac:picMkLst>
        </pc:picChg>
        <pc:picChg chg="add mod">
          <ac:chgData name="Leonard J Frost" userId="S::ljfrost@email.uscupstate.edu::54c889c7-ec4d-4b30-9dda-9e8677427343" providerId="AD" clId="Web-{6ABA9BF4-11C9-03E5-8C94-83D7DEDB7822}" dt="2026-02-20T23:26:08.340" v="41" actId="14100"/>
          <ac:picMkLst>
            <pc:docMk/>
            <pc:sldMk cId="1833945599" sldId="291"/>
            <ac:picMk id="10" creationId="{E155B688-00E9-5895-D519-6EA631D26B6B}"/>
          </ac:picMkLst>
        </pc:picChg>
        <pc:picChg chg="add mod">
          <ac:chgData name="Leonard J Frost" userId="S::ljfrost@email.uscupstate.edu::54c889c7-ec4d-4b30-9dda-9e8677427343" providerId="AD" clId="Web-{6ABA9BF4-11C9-03E5-8C94-83D7DEDB7822}" dt="2026-02-20T23:32:20.819" v="51" actId="14100"/>
          <ac:picMkLst>
            <pc:docMk/>
            <pc:sldMk cId="1833945599" sldId="291"/>
            <ac:picMk id="11" creationId="{B3C99598-6AF3-C005-874F-E90408B90502}"/>
          </ac:picMkLst>
        </pc:picChg>
        <pc:picChg chg="add mod">
          <ac:chgData name="Leonard J Frost" userId="S::ljfrost@email.uscupstate.edu::54c889c7-ec4d-4b30-9dda-9e8677427343" providerId="AD" clId="Web-{6ABA9BF4-11C9-03E5-8C94-83D7DEDB7822}" dt="2026-02-20T23:32:08.959" v="49" actId="14100"/>
          <ac:picMkLst>
            <pc:docMk/>
            <pc:sldMk cId="1833945599" sldId="291"/>
            <ac:picMk id="13" creationId="{092C4EFD-9E7D-EF22-5193-5F7F88179DFE}"/>
          </ac:picMkLst>
        </pc:picChg>
      </pc:sldChg>
      <pc:sldChg chg="addSp delSp modSp">
        <pc:chgData name="Leonard J Frost" userId="S::ljfrost@email.uscupstate.edu::54c889c7-ec4d-4b30-9dda-9e8677427343" providerId="AD" clId="Web-{6ABA9BF4-11C9-03E5-8C94-83D7DEDB7822}" dt="2026-02-20T23:22:35.126" v="27" actId="14100"/>
        <pc:sldMkLst>
          <pc:docMk/>
          <pc:sldMk cId="3614962928" sldId="292"/>
        </pc:sldMkLst>
        <pc:picChg chg="add mod">
          <ac:chgData name="Leonard J Frost" userId="S::ljfrost@email.uscupstate.edu::54c889c7-ec4d-4b30-9dda-9e8677427343" providerId="AD" clId="Web-{6ABA9BF4-11C9-03E5-8C94-83D7DEDB7822}" dt="2026-02-20T23:22:35.126" v="27" actId="14100"/>
          <ac:picMkLst>
            <pc:docMk/>
            <pc:sldMk cId="3614962928" sldId="292"/>
            <ac:picMk id="4" creationId="{A5533EC9-A2CC-4855-1B5A-7AC7A425851D}"/>
          </ac:picMkLst>
        </pc:picChg>
        <pc:picChg chg="add mod">
          <ac:chgData name="Leonard J Frost" userId="S::ljfrost@email.uscupstate.edu::54c889c7-ec4d-4b30-9dda-9e8677427343" providerId="AD" clId="Web-{6ABA9BF4-11C9-03E5-8C94-83D7DEDB7822}" dt="2026-02-20T23:22:25.688" v="25" actId="1076"/>
          <ac:picMkLst>
            <pc:docMk/>
            <pc:sldMk cId="3614962928" sldId="292"/>
            <ac:picMk id="5" creationId="{02C8EB62-5239-B300-02B3-CD254E2B001C}"/>
          </ac:picMkLst>
        </pc:picChg>
      </pc:sldChg>
    </pc:docChg>
  </pc:docChgLst>
  <pc:docChgLst>
    <pc:chgData name="Melisha L Allen" userId="S::allenml9@email.uscupstate.edu::8730014c-fef8-4a88-90f6-fecd9ab24642" providerId="AD" clId="Web-{12094F4C-67BC-A324-9CC6-FBC808E0BFB7}"/>
    <pc:docChg chg="modSld">
      <pc:chgData name="Melisha L Allen" userId="S::allenml9@email.uscupstate.edu::8730014c-fef8-4a88-90f6-fecd9ab24642" providerId="AD" clId="Web-{12094F4C-67BC-A324-9CC6-FBC808E0BFB7}" dt="2026-02-25T23:51:03.293" v="81" actId="20577"/>
      <pc:docMkLst>
        <pc:docMk/>
      </pc:docMkLst>
      <pc:sldChg chg="modSp">
        <pc:chgData name="Melisha L Allen" userId="S::allenml9@email.uscupstate.edu::8730014c-fef8-4a88-90f6-fecd9ab24642" providerId="AD" clId="Web-{12094F4C-67BC-A324-9CC6-FBC808E0BFB7}" dt="2026-02-25T22:42:47.619" v="6" actId="20577"/>
        <pc:sldMkLst>
          <pc:docMk/>
          <pc:sldMk cId="2172950934" sldId="283"/>
        </pc:sldMkLst>
        <pc:spChg chg="mod">
          <ac:chgData name="Melisha L Allen" userId="S::allenml9@email.uscupstate.edu::8730014c-fef8-4a88-90f6-fecd9ab24642" providerId="AD" clId="Web-{12094F4C-67BC-A324-9CC6-FBC808E0BFB7}" dt="2026-02-25T22:42:47.619" v="6" actId="20577"/>
          <ac:spMkLst>
            <pc:docMk/>
            <pc:sldMk cId="2172950934" sldId="283"/>
            <ac:spMk id="2" creationId="{7E84867B-9991-CFDB-D610-9FD1EB9EE2D1}"/>
          </ac:spMkLst>
        </pc:spChg>
        <pc:spChg chg="mod">
          <ac:chgData name="Melisha L Allen" userId="S::allenml9@email.uscupstate.edu::8730014c-fef8-4a88-90f6-fecd9ab24642" providerId="AD" clId="Web-{12094F4C-67BC-A324-9CC6-FBC808E0BFB7}" dt="2026-02-25T22:42:39.836" v="4" actId="20577"/>
          <ac:spMkLst>
            <pc:docMk/>
            <pc:sldMk cId="2172950934" sldId="283"/>
            <ac:spMk id="3" creationId="{CA53FD4C-CF05-9017-C99C-34D7EB78DEA3}"/>
          </ac:spMkLst>
        </pc:spChg>
      </pc:sldChg>
      <pc:sldChg chg="modSp">
        <pc:chgData name="Melisha L Allen" userId="S::allenml9@email.uscupstate.edu::8730014c-fef8-4a88-90f6-fecd9ab24642" providerId="AD" clId="Web-{12094F4C-67BC-A324-9CC6-FBC808E0BFB7}" dt="2026-02-25T23:51:03.293" v="81" actId="20577"/>
        <pc:sldMkLst>
          <pc:docMk/>
          <pc:sldMk cId="1723127818" sldId="289"/>
        </pc:sldMkLst>
        <pc:spChg chg="mod">
          <ac:chgData name="Melisha L Allen" userId="S::allenml9@email.uscupstate.edu::8730014c-fef8-4a88-90f6-fecd9ab24642" providerId="AD" clId="Web-{12094F4C-67BC-A324-9CC6-FBC808E0BFB7}" dt="2026-02-25T23:51:03.293" v="81" actId="20577"/>
          <ac:spMkLst>
            <pc:docMk/>
            <pc:sldMk cId="1723127818" sldId="289"/>
            <ac:spMk id="4" creationId="{8CE6A0FA-B063-F2A5-9186-AD7EE79D067F}"/>
          </ac:spMkLst>
        </pc:spChg>
        <pc:spChg chg="mod">
          <ac:chgData name="Melisha L Allen" userId="S::allenml9@email.uscupstate.edu::8730014c-fef8-4a88-90f6-fecd9ab24642" providerId="AD" clId="Web-{12094F4C-67BC-A324-9CC6-FBC808E0BFB7}" dt="2026-02-25T23:41:08.342" v="65" actId="20577"/>
          <ac:spMkLst>
            <pc:docMk/>
            <pc:sldMk cId="1723127818" sldId="289"/>
            <ac:spMk id="6" creationId="{5C1B2DA7-B432-993A-B1A7-5F145D254221}"/>
          </ac:spMkLst>
        </pc:spChg>
      </pc:sldChg>
    </pc:docChg>
  </pc:docChgLst>
  <pc:docChgLst>
    <pc:chgData name="Nandini D Patel" userId="S::nandini@email.uscupstate.edu::0c273a75-c5db-44d1-a247-1bf168fba096" providerId="AD" clId="Web-{FE33F45B-333C-7742-F30B-20D2581FCD16}"/>
    <pc:docChg chg="delSld modSld">
      <pc:chgData name="Nandini D Patel" userId="S::nandini@email.uscupstate.edu::0c273a75-c5db-44d1-a247-1bf168fba096" providerId="AD" clId="Web-{FE33F45B-333C-7742-F30B-20D2581FCD16}" dt="2026-02-22T21:46:05.793" v="969"/>
      <pc:docMkLst>
        <pc:docMk/>
      </pc:docMkLst>
      <pc:sldChg chg="modNotes">
        <pc:chgData name="Nandini D Patel" userId="S::nandini@email.uscupstate.edu::0c273a75-c5db-44d1-a247-1bf168fba096" providerId="AD" clId="Web-{FE33F45B-333C-7742-F30B-20D2581FCD16}" dt="2026-02-22T21:43:49.729" v="924"/>
        <pc:sldMkLst>
          <pc:docMk/>
          <pc:sldMk cId="2172950934" sldId="283"/>
        </pc:sldMkLst>
      </pc:sldChg>
      <pc:sldChg chg="modNotes">
        <pc:chgData name="Nandini D Patel" userId="S::nandini@email.uscupstate.edu::0c273a75-c5db-44d1-a247-1bf168fba096" providerId="AD" clId="Web-{FE33F45B-333C-7742-F30B-20D2581FCD16}" dt="2026-02-22T21:43:54.401" v="931"/>
        <pc:sldMkLst>
          <pc:docMk/>
          <pc:sldMk cId="3652711810" sldId="284"/>
        </pc:sldMkLst>
      </pc:sldChg>
      <pc:sldChg chg="modNotes">
        <pc:chgData name="Nandini D Patel" userId="S::nandini@email.uscupstate.edu::0c273a75-c5db-44d1-a247-1bf168fba096" providerId="AD" clId="Web-{FE33F45B-333C-7742-F30B-20D2581FCD16}" dt="2026-02-22T21:43:57.683" v="935"/>
        <pc:sldMkLst>
          <pc:docMk/>
          <pc:sldMk cId="3720373009" sldId="285"/>
        </pc:sldMkLst>
      </pc:sldChg>
      <pc:sldChg chg="modNotes">
        <pc:chgData name="Nandini D Patel" userId="S::nandini@email.uscupstate.edu::0c273a75-c5db-44d1-a247-1bf168fba096" providerId="AD" clId="Web-{FE33F45B-333C-7742-F30B-20D2581FCD16}" dt="2026-02-22T21:42:57.744" v="918"/>
        <pc:sldMkLst>
          <pc:docMk/>
          <pc:sldMk cId="3482129380" sldId="287"/>
        </pc:sldMkLst>
      </pc:sldChg>
      <pc:sldChg chg="modNotes">
        <pc:chgData name="Nandini D Patel" userId="S::nandini@email.uscupstate.edu::0c273a75-c5db-44d1-a247-1bf168fba096" providerId="AD" clId="Web-{FE33F45B-333C-7742-F30B-20D2581FCD16}" dt="2026-02-22T21:44:00.589" v="939"/>
        <pc:sldMkLst>
          <pc:docMk/>
          <pc:sldMk cId="1723127818" sldId="289"/>
        </pc:sldMkLst>
      </pc:sldChg>
      <pc:sldChg chg="modNotes">
        <pc:chgData name="Nandini D Patel" userId="S::nandini@email.uscupstate.edu::0c273a75-c5db-44d1-a247-1bf168fba096" providerId="AD" clId="Web-{FE33F45B-333C-7742-F30B-20D2581FCD16}" dt="2026-02-22T21:44:40.980" v="949"/>
        <pc:sldMkLst>
          <pc:docMk/>
          <pc:sldMk cId="3314073187" sldId="290"/>
        </pc:sldMkLst>
      </pc:sldChg>
      <pc:sldChg chg="modNotes">
        <pc:chgData name="Nandini D Patel" userId="S::nandini@email.uscupstate.edu::0c273a75-c5db-44d1-a247-1bf168fba096" providerId="AD" clId="Web-{FE33F45B-333C-7742-F30B-20D2581FCD16}" dt="2026-02-22T21:46:00.434" v="966"/>
        <pc:sldMkLst>
          <pc:docMk/>
          <pc:sldMk cId="1201291107" sldId="293"/>
        </pc:sldMkLst>
      </pc:sldChg>
      <pc:sldChg chg="addSp delSp modSp modNotes">
        <pc:chgData name="Nandini D Patel" userId="S::nandini@email.uscupstate.edu::0c273a75-c5db-44d1-a247-1bf168fba096" providerId="AD" clId="Web-{FE33F45B-333C-7742-F30B-20D2581FCD16}" dt="2026-02-22T21:45:52.059" v="965"/>
        <pc:sldMkLst>
          <pc:docMk/>
          <pc:sldMk cId="1729264411" sldId="294"/>
        </pc:sldMkLst>
        <pc:spChg chg="mod">
          <ac:chgData name="Nandini D Patel" userId="S::nandini@email.uscupstate.edu::0c273a75-c5db-44d1-a247-1bf168fba096" providerId="AD" clId="Web-{FE33F45B-333C-7742-F30B-20D2581FCD16}" dt="2026-02-22T21:35:37.196" v="900" actId="20577"/>
          <ac:spMkLst>
            <pc:docMk/>
            <pc:sldMk cId="1729264411" sldId="294"/>
            <ac:spMk id="3" creationId="{23EDFD47-C498-A409-BD62-5A0E8678A21B}"/>
          </ac:spMkLst>
        </pc:spChg>
      </pc:sldChg>
      <pc:sldChg chg="modNotes">
        <pc:chgData name="Nandini D Patel" userId="S::nandini@email.uscupstate.edu::0c273a75-c5db-44d1-a247-1bf168fba096" providerId="AD" clId="Web-{FE33F45B-333C-7742-F30B-20D2581FCD16}" dt="2026-02-22T21:44:42.996" v="950"/>
        <pc:sldMkLst>
          <pc:docMk/>
          <pc:sldMk cId="3341444577" sldId="295"/>
        </pc:sldMkLst>
      </pc:sldChg>
      <pc:sldChg chg="modNotes">
        <pc:chgData name="Nandini D Patel" userId="S::nandini@email.uscupstate.edu::0c273a75-c5db-44d1-a247-1bf168fba096" providerId="AD" clId="Web-{FE33F45B-333C-7742-F30B-20D2581FCD16}" dt="2026-02-22T21:44:44.308" v="951"/>
        <pc:sldMkLst>
          <pc:docMk/>
          <pc:sldMk cId="4276760064" sldId="296"/>
        </pc:sldMkLst>
      </pc:sldChg>
      <pc:sldChg chg="modNotes">
        <pc:chgData name="Nandini D Patel" userId="S::nandini@email.uscupstate.edu::0c273a75-c5db-44d1-a247-1bf168fba096" providerId="AD" clId="Web-{FE33F45B-333C-7742-F30B-20D2581FCD16}" dt="2026-02-22T21:44:45.589" v="952"/>
        <pc:sldMkLst>
          <pc:docMk/>
          <pc:sldMk cId="1408121171" sldId="297"/>
        </pc:sldMkLst>
      </pc:sldChg>
      <pc:sldChg chg="modNotes">
        <pc:chgData name="Nandini D Patel" userId="S::nandini@email.uscupstate.edu::0c273a75-c5db-44d1-a247-1bf168fba096" providerId="AD" clId="Web-{FE33F45B-333C-7742-F30B-20D2581FCD16}" dt="2026-02-22T21:44:47.761" v="953"/>
        <pc:sldMkLst>
          <pc:docMk/>
          <pc:sldMk cId="1135612291" sldId="298"/>
        </pc:sldMkLst>
      </pc:sldChg>
      <pc:sldChg chg="addSp delSp modSp">
        <pc:chgData name="Nandini D Patel" userId="S::nandini@email.uscupstate.edu::0c273a75-c5db-44d1-a247-1bf168fba096" providerId="AD" clId="Web-{FE33F45B-333C-7742-F30B-20D2581FCD16}" dt="2026-02-22T21:20:25.235" v="51" actId="1076"/>
        <pc:sldMkLst>
          <pc:docMk/>
          <pc:sldMk cId="326982583" sldId="299"/>
        </pc:sldMkLst>
        <pc:picChg chg="add mod modCrop">
          <ac:chgData name="Nandini D Patel" userId="S::nandini@email.uscupstate.edu::0c273a75-c5db-44d1-a247-1bf168fba096" providerId="AD" clId="Web-{FE33F45B-333C-7742-F30B-20D2581FCD16}" dt="2026-02-22T21:18:20.359" v="26" actId="1076"/>
          <ac:picMkLst>
            <pc:docMk/>
            <pc:sldMk cId="326982583" sldId="299"/>
            <ac:picMk id="2" creationId="{0CCA2F22-9331-004D-80AF-B7A780FD2B2C}"/>
          </ac:picMkLst>
        </pc:picChg>
        <pc:picChg chg="mod modCrop">
          <ac:chgData name="Nandini D Patel" userId="S::nandini@email.uscupstate.edu::0c273a75-c5db-44d1-a247-1bf168fba096" providerId="AD" clId="Web-{FE33F45B-333C-7742-F30B-20D2581FCD16}" dt="2026-02-22T21:20:25.235" v="51" actId="1076"/>
          <ac:picMkLst>
            <pc:docMk/>
            <pc:sldMk cId="326982583" sldId="299"/>
            <ac:picMk id="7" creationId="{7B280661-35EC-1EFA-9684-8BD1A6C8EE83}"/>
          </ac:picMkLst>
        </pc:picChg>
        <pc:inkChg chg="add">
          <ac:chgData name="Nandini D Patel" userId="S::nandini@email.uscupstate.edu::0c273a75-c5db-44d1-a247-1bf168fba096" providerId="AD" clId="Web-{FE33F45B-333C-7742-F30B-20D2581FCD16}" dt="2026-02-22T21:19:03.500" v="34"/>
          <ac:inkMkLst>
            <pc:docMk/>
            <pc:sldMk cId="326982583" sldId="299"/>
            <ac:inkMk id="12" creationId="{C5266760-E1A4-0A01-D181-4AC9C194FAE7}"/>
          </ac:inkMkLst>
        </pc:inkChg>
        <pc:inkChg chg="add">
          <ac:chgData name="Nandini D Patel" userId="S::nandini@email.uscupstate.edu::0c273a75-c5db-44d1-a247-1bf168fba096" providerId="AD" clId="Web-{FE33F45B-333C-7742-F30B-20D2581FCD16}" dt="2026-02-22T21:19:10.140" v="37"/>
          <ac:inkMkLst>
            <pc:docMk/>
            <pc:sldMk cId="326982583" sldId="299"/>
            <ac:inkMk id="14" creationId="{EF935C7F-DDE3-66C3-E268-005696590729}"/>
          </ac:inkMkLst>
        </pc:inkChg>
        <pc:inkChg chg="add">
          <ac:chgData name="Nandini D Patel" userId="S::nandini@email.uscupstate.edu::0c273a75-c5db-44d1-a247-1bf168fba096" providerId="AD" clId="Web-{FE33F45B-333C-7742-F30B-20D2581FCD16}" dt="2026-02-22T21:19:18.687" v="38"/>
          <ac:inkMkLst>
            <pc:docMk/>
            <pc:sldMk cId="326982583" sldId="299"/>
            <ac:inkMk id="15" creationId="{9F4981C2-64B2-12DF-4756-D98CF58AAA38}"/>
          </ac:inkMkLst>
        </pc:inkChg>
        <pc:inkChg chg="add">
          <ac:chgData name="Nandini D Patel" userId="S::nandini@email.uscupstate.edu::0c273a75-c5db-44d1-a247-1bf168fba096" providerId="AD" clId="Web-{FE33F45B-333C-7742-F30B-20D2581FCD16}" dt="2026-02-22T21:19:20.656" v="39"/>
          <ac:inkMkLst>
            <pc:docMk/>
            <pc:sldMk cId="326982583" sldId="299"/>
            <ac:inkMk id="16" creationId="{F511EE01-334F-5717-B088-A872D2C12FE6}"/>
          </ac:inkMkLst>
        </pc:inkChg>
        <pc:inkChg chg="add">
          <ac:chgData name="Nandini D Patel" userId="S::nandini@email.uscupstate.edu::0c273a75-c5db-44d1-a247-1bf168fba096" providerId="AD" clId="Web-{FE33F45B-333C-7742-F30B-20D2581FCD16}" dt="2026-02-22T21:19:25.578" v="40"/>
          <ac:inkMkLst>
            <pc:docMk/>
            <pc:sldMk cId="326982583" sldId="299"/>
            <ac:inkMk id="17" creationId="{C8BF407E-362D-B152-6D60-F3086560C833}"/>
          </ac:inkMkLst>
        </pc:inkChg>
        <pc:inkChg chg="add">
          <ac:chgData name="Nandini D Patel" userId="S::nandini@email.uscupstate.edu::0c273a75-c5db-44d1-a247-1bf168fba096" providerId="AD" clId="Web-{FE33F45B-333C-7742-F30B-20D2581FCD16}" dt="2026-02-22T21:19:28.484" v="41"/>
          <ac:inkMkLst>
            <pc:docMk/>
            <pc:sldMk cId="326982583" sldId="299"/>
            <ac:inkMk id="18" creationId="{15EE1D76-1472-994B-D3D8-D522758B1AD9}"/>
          </ac:inkMkLst>
        </pc:inkChg>
        <pc:inkChg chg="add">
          <ac:chgData name="Nandini D Patel" userId="S::nandini@email.uscupstate.edu::0c273a75-c5db-44d1-a247-1bf168fba096" providerId="AD" clId="Web-{FE33F45B-333C-7742-F30B-20D2581FCD16}" dt="2026-02-22T21:19:33.047" v="42"/>
          <ac:inkMkLst>
            <pc:docMk/>
            <pc:sldMk cId="326982583" sldId="299"/>
            <ac:inkMk id="19" creationId="{D1C95D09-5761-250F-5A4B-529B277CF416}"/>
          </ac:inkMkLst>
        </pc:inkChg>
        <pc:inkChg chg="add">
          <ac:chgData name="Nandini D Patel" userId="S::nandini@email.uscupstate.edu::0c273a75-c5db-44d1-a247-1bf168fba096" providerId="AD" clId="Web-{FE33F45B-333C-7742-F30B-20D2581FCD16}" dt="2026-02-22T21:19:36.453" v="43"/>
          <ac:inkMkLst>
            <pc:docMk/>
            <pc:sldMk cId="326982583" sldId="299"/>
            <ac:inkMk id="20" creationId="{1A93128F-554A-CC27-9D35-2B5688BF71AA}"/>
          </ac:inkMkLst>
        </pc:inkChg>
        <pc:inkChg chg="add">
          <ac:chgData name="Nandini D Patel" userId="S::nandini@email.uscupstate.edu::0c273a75-c5db-44d1-a247-1bf168fba096" providerId="AD" clId="Web-{FE33F45B-333C-7742-F30B-20D2581FCD16}" dt="2026-02-22T21:19:39.688" v="44"/>
          <ac:inkMkLst>
            <pc:docMk/>
            <pc:sldMk cId="326982583" sldId="299"/>
            <ac:inkMk id="21" creationId="{73EDDE9E-0EFF-43C0-63FA-BDF9079D3BC4}"/>
          </ac:inkMkLst>
        </pc:inkChg>
        <pc:inkChg chg="add">
          <ac:chgData name="Nandini D Patel" userId="S::nandini@email.uscupstate.edu::0c273a75-c5db-44d1-a247-1bf168fba096" providerId="AD" clId="Web-{FE33F45B-333C-7742-F30B-20D2581FCD16}" dt="2026-02-22T21:19:43.438" v="45"/>
          <ac:inkMkLst>
            <pc:docMk/>
            <pc:sldMk cId="326982583" sldId="299"/>
            <ac:inkMk id="22" creationId="{C5A98C8A-E6EB-BD7E-4E40-51C45BF38FCB}"/>
          </ac:inkMkLst>
        </pc:inkChg>
      </pc:sldChg>
      <pc:sldChg chg="modNotes">
        <pc:chgData name="Nandini D Patel" userId="S::nandini@email.uscupstate.edu::0c273a75-c5db-44d1-a247-1bf168fba096" providerId="AD" clId="Web-{FE33F45B-333C-7742-F30B-20D2581FCD16}" dt="2026-02-22T21:46:02.824" v="967"/>
        <pc:sldMkLst>
          <pc:docMk/>
          <pc:sldMk cId="2828759046" sldId="300"/>
        </pc:sldMkLst>
      </pc:sldChg>
      <pc:sldChg chg="addSp delSp modSp modNotes">
        <pc:chgData name="Nandini D Patel" userId="S::nandini@email.uscupstate.edu::0c273a75-c5db-44d1-a247-1bf168fba096" providerId="AD" clId="Web-{FE33F45B-333C-7742-F30B-20D2581FCD16}" dt="2026-02-22T21:46:04.074" v="968"/>
        <pc:sldMkLst>
          <pc:docMk/>
          <pc:sldMk cId="181365578" sldId="301"/>
        </pc:sldMkLst>
        <pc:picChg chg="add mod modCrop">
          <ac:chgData name="Nandini D Patel" userId="S::nandini@email.uscupstate.edu::0c273a75-c5db-44d1-a247-1bf168fba096" providerId="AD" clId="Web-{FE33F45B-333C-7742-F30B-20D2581FCD16}" dt="2026-02-22T21:29:49.706" v="571"/>
          <ac:picMkLst>
            <pc:docMk/>
            <pc:sldMk cId="181365578" sldId="301"/>
            <ac:picMk id="2" creationId="{0C636AB4-1B9A-1541-FE55-BBD71821B231}"/>
          </ac:picMkLst>
        </pc:picChg>
      </pc:sldChg>
      <pc:sldChg chg="modNotes">
        <pc:chgData name="Nandini D Patel" userId="S::nandini@email.uscupstate.edu::0c273a75-c5db-44d1-a247-1bf168fba096" providerId="AD" clId="Web-{FE33F45B-333C-7742-F30B-20D2581FCD16}" dt="2026-02-22T21:46:05.793" v="969"/>
        <pc:sldMkLst>
          <pc:docMk/>
          <pc:sldMk cId="3326561220" sldId="302"/>
        </pc:sldMkLst>
      </pc:sldChg>
    </pc:docChg>
  </pc:docChgLst>
  <pc:docChgLst>
    <pc:chgData name="Nandini D Patel" userId="S::nandini@email.uscupstate.edu::0c273a75-c5db-44d1-a247-1bf168fba096" providerId="AD" clId="Web-{736F88A4-9C2F-3E3C-E1A7-EDFD3899361F}"/>
    <pc:docChg chg="modSld">
      <pc:chgData name="Nandini D Patel" userId="S::nandini@email.uscupstate.edu::0c273a75-c5db-44d1-a247-1bf168fba096" providerId="AD" clId="Web-{736F88A4-9C2F-3E3C-E1A7-EDFD3899361F}" dt="2026-02-27T04:47:04.265" v="537"/>
      <pc:docMkLst>
        <pc:docMk/>
      </pc:docMkLst>
      <pc:sldChg chg="modNotes">
        <pc:chgData name="Nandini D Patel" userId="S::nandini@email.uscupstate.edu::0c273a75-c5db-44d1-a247-1bf168fba096" providerId="AD" clId="Web-{736F88A4-9C2F-3E3C-E1A7-EDFD3899361F}" dt="2026-02-27T04:41:34.058" v="125"/>
        <pc:sldMkLst>
          <pc:docMk/>
          <pc:sldMk cId="2205675272" sldId="259"/>
        </pc:sldMkLst>
      </pc:sldChg>
      <pc:sldChg chg="modNotes">
        <pc:chgData name="Nandini D Patel" userId="S::nandini@email.uscupstate.edu::0c273a75-c5db-44d1-a247-1bf168fba096" providerId="AD" clId="Web-{736F88A4-9C2F-3E3C-E1A7-EDFD3899361F}" dt="2026-02-27T04:42:50.814" v="255"/>
        <pc:sldMkLst>
          <pc:docMk/>
          <pc:sldMk cId="1682044759" sldId="260"/>
        </pc:sldMkLst>
      </pc:sldChg>
      <pc:sldChg chg="modNotes">
        <pc:chgData name="Nandini D Patel" userId="S::nandini@email.uscupstate.edu::0c273a75-c5db-44d1-a247-1bf168fba096" providerId="AD" clId="Web-{736F88A4-9C2F-3E3C-E1A7-EDFD3899361F}" dt="2026-02-27T04:44:32.837" v="339"/>
        <pc:sldMkLst>
          <pc:docMk/>
          <pc:sldMk cId="1799766881" sldId="261"/>
        </pc:sldMkLst>
      </pc:sldChg>
      <pc:sldChg chg="modNotes">
        <pc:chgData name="Nandini D Patel" userId="S::nandini@email.uscupstate.edu::0c273a75-c5db-44d1-a247-1bf168fba096" providerId="AD" clId="Web-{736F88A4-9C2F-3E3C-E1A7-EDFD3899361F}" dt="2026-02-27T04:47:04.265" v="537"/>
        <pc:sldMkLst>
          <pc:docMk/>
          <pc:sldMk cId="273035921" sldId="262"/>
        </pc:sldMkLst>
      </pc:sldChg>
      <pc:sldChg chg="modNotes">
        <pc:chgData name="Nandini D Patel" userId="S::nandini@email.uscupstate.edu::0c273a75-c5db-44d1-a247-1bf168fba096" providerId="AD" clId="Web-{736F88A4-9C2F-3E3C-E1A7-EDFD3899361F}" dt="2026-02-27T04:39:09.077" v="64"/>
        <pc:sldMkLst>
          <pc:docMk/>
          <pc:sldMk cId="3482129380" sldId="287"/>
        </pc:sldMkLst>
      </pc:sldChg>
    </pc:docChg>
  </pc:docChgLst>
  <pc:docChgLst>
    <pc:chgData name="Nandini D Patel" userId="S::nandini@email.uscupstate.edu::0c273a75-c5db-44d1-a247-1bf168fba096" providerId="AD" clId="Web-{D97597CE-4656-8731-E04A-71C029649171}"/>
    <pc:docChg chg="addSld modSld sldOrd">
      <pc:chgData name="Nandini D Patel" userId="S::nandini@email.uscupstate.edu::0c273a75-c5db-44d1-a247-1bf168fba096" providerId="AD" clId="Web-{D97597CE-4656-8731-E04A-71C029649171}" dt="2026-02-08T18:03:57.419" v="34" actId="1076"/>
      <pc:docMkLst>
        <pc:docMk/>
      </pc:docMkLst>
    </pc:docChg>
  </pc:docChgLst>
  <pc:docChgLst>
    <pc:chgData name="Nandini D Patel" userId="0c273a75-c5db-44d1-a247-1bf168fba096" providerId="ADAL" clId="{E740FE8D-1966-45EB-92B2-4E4768821FF7}"/>
    <pc:docChg chg="modSld">
      <pc:chgData name="Nandini D Patel" userId="0c273a75-c5db-44d1-a247-1bf168fba096" providerId="ADAL" clId="{E740FE8D-1966-45EB-92B2-4E4768821FF7}" dt="2026-02-27T23:25:49.366" v="112" actId="20577"/>
      <pc:docMkLst>
        <pc:docMk/>
      </pc:docMkLst>
      <pc:sldChg chg="modNotesTx">
        <pc:chgData name="Nandini D Patel" userId="0c273a75-c5db-44d1-a247-1bf168fba096" providerId="ADAL" clId="{E740FE8D-1966-45EB-92B2-4E4768821FF7}" dt="2026-02-27T23:23:18.984" v="97" actId="20577"/>
        <pc:sldMkLst>
          <pc:docMk/>
          <pc:sldMk cId="2205675272" sldId="259"/>
        </pc:sldMkLst>
      </pc:sldChg>
      <pc:sldChg chg="modNotesTx">
        <pc:chgData name="Nandini D Patel" userId="0c273a75-c5db-44d1-a247-1bf168fba096" providerId="ADAL" clId="{E740FE8D-1966-45EB-92B2-4E4768821FF7}" dt="2026-02-27T23:23:30.244" v="106" actId="20577"/>
        <pc:sldMkLst>
          <pc:docMk/>
          <pc:sldMk cId="1682044759" sldId="260"/>
        </pc:sldMkLst>
      </pc:sldChg>
      <pc:sldChg chg="modNotesTx">
        <pc:chgData name="Nandini D Patel" userId="0c273a75-c5db-44d1-a247-1bf168fba096" providerId="ADAL" clId="{E740FE8D-1966-45EB-92B2-4E4768821FF7}" dt="2026-02-27T23:25:49.366" v="112" actId="20577"/>
        <pc:sldMkLst>
          <pc:docMk/>
          <pc:sldMk cId="273035921" sldId="262"/>
        </pc:sldMkLst>
      </pc:sldChg>
    </pc:docChg>
  </pc:docChgLst>
  <pc:docChgLst>
    <pc:chgData name="Nandini D Patel" userId="S::nandini@email.uscupstate.edu::0c273a75-c5db-44d1-a247-1bf168fba096" providerId="AD" clId="Web-{2CFCA034-159F-4632-6409-387A002C4BCC}"/>
    <pc:docChg chg="modSld">
      <pc:chgData name="Nandini D Patel" userId="S::nandini@email.uscupstate.edu::0c273a75-c5db-44d1-a247-1bf168fba096" providerId="AD" clId="Web-{2CFCA034-159F-4632-6409-387A002C4BCC}" dt="2026-02-27T22:46:51.454" v="564"/>
      <pc:docMkLst>
        <pc:docMk/>
      </pc:docMkLst>
      <pc:sldChg chg="modNotes">
        <pc:chgData name="Nandini D Patel" userId="S::nandini@email.uscupstate.edu::0c273a75-c5db-44d1-a247-1bf168fba096" providerId="AD" clId="Web-{2CFCA034-159F-4632-6409-387A002C4BCC}" dt="2026-02-27T22:42:22.965" v="262"/>
        <pc:sldMkLst>
          <pc:docMk/>
          <pc:sldMk cId="2205675272" sldId="259"/>
        </pc:sldMkLst>
      </pc:sldChg>
      <pc:sldChg chg="modNotes">
        <pc:chgData name="Nandini D Patel" userId="S::nandini@email.uscupstate.edu::0c273a75-c5db-44d1-a247-1bf168fba096" providerId="AD" clId="Web-{2CFCA034-159F-4632-6409-387A002C4BCC}" dt="2026-02-27T22:43:26.841" v="375"/>
        <pc:sldMkLst>
          <pc:docMk/>
          <pc:sldMk cId="1682044759" sldId="260"/>
        </pc:sldMkLst>
      </pc:sldChg>
      <pc:sldChg chg="modNotes">
        <pc:chgData name="Nandini D Patel" userId="S::nandini@email.uscupstate.edu::0c273a75-c5db-44d1-a247-1bf168fba096" providerId="AD" clId="Web-{2CFCA034-159F-4632-6409-387A002C4BCC}" dt="2026-02-27T22:44:37.077" v="434"/>
        <pc:sldMkLst>
          <pc:docMk/>
          <pc:sldMk cId="1799766881" sldId="261"/>
        </pc:sldMkLst>
      </pc:sldChg>
      <pc:sldChg chg="modNotes">
        <pc:chgData name="Nandini D Patel" userId="S::nandini@email.uscupstate.edu::0c273a75-c5db-44d1-a247-1bf168fba096" providerId="AD" clId="Web-{2CFCA034-159F-4632-6409-387A002C4BCC}" dt="2026-02-27T22:46:51.454" v="564"/>
        <pc:sldMkLst>
          <pc:docMk/>
          <pc:sldMk cId="273035921" sldId="262"/>
        </pc:sldMkLst>
      </pc:sldChg>
    </pc:docChg>
  </pc:docChgLst>
  <pc:docChgLst>
    <pc:chgData name="Leonard J Frost" userId="S::ljfrost@email.uscupstate.edu::54c889c7-ec4d-4b30-9dda-9e8677427343" providerId="AD" clId="Web-{DACAC502-74A7-FDA1-D153-FA251B0B9D52}"/>
    <pc:docChg chg="modSld">
      <pc:chgData name="Leonard J Frost" userId="S::ljfrost@email.uscupstate.edu::54c889c7-ec4d-4b30-9dda-9e8677427343" providerId="AD" clId="Web-{DACAC502-74A7-FDA1-D153-FA251B0B9D52}" dt="2026-03-04T03:12:06.085" v="0" actId="1076"/>
      <pc:docMkLst>
        <pc:docMk/>
      </pc:docMkLst>
      <pc:sldChg chg="modSp">
        <pc:chgData name="Leonard J Frost" userId="S::ljfrost@email.uscupstate.edu::54c889c7-ec4d-4b30-9dda-9e8677427343" providerId="AD" clId="Web-{DACAC502-74A7-FDA1-D153-FA251B0B9D52}" dt="2026-03-04T03:12:06.085" v="0" actId="1076"/>
        <pc:sldMkLst>
          <pc:docMk/>
          <pc:sldMk cId="3614962928" sldId="292"/>
        </pc:sldMkLst>
        <pc:picChg chg="mod">
          <ac:chgData name="Leonard J Frost" userId="S::ljfrost@email.uscupstate.edu::54c889c7-ec4d-4b30-9dda-9e8677427343" providerId="AD" clId="Web-{DACAC502-74A7-FDA1-D153-FA251B0B9D52}" dt="2026-03-04T03:12:06.085" v="0" actId="1076"/>
          <ac:picMkLst>
            <pc:docMk/>
            <pc:sldMk cId="3614962928" sldId="292"/>
            <ac:picMk id="4" creationId="{A5533EC9-A2CC-4855-1B5A-7AC7A425851D}"/>
          </ac:picMkLst>
        </pc:picChg>
      </pc:sldChg>
    </pc:docChg>
  </pc:docChgLst>
  <pc:docChgLst>
    <pc:chgData name="Nandini D Patel" userId="S::nandini@email.uscupstate.edu::0c273a75-c5db-44d1-a247-1bf168fba096" providerId="AD" clId="Web-{F1E353A1-79F7-F372-4132-133E23708A41}"/>
    <pc:docChg chg="addSld delSld modSld sldOrd">
      <pc:chgData name="Nandini D Patel" userId="S::nandini@email.uscupstate.edu::0c273a75-c5db-44d1-a247-1bf168fba096" providerId="AD" clId="Web-{F1E353A1-79F7-F372-4132-133E23708A41}" dt="2026-02-20T23:39:49.827" v="632" actId="1076"/>
      <pc:docMkLst>
        <pc:docMk/>
      </pc:docMkLst>
      <pc:sldChg chg="modSp ord">
        <pc:chgData name="Nandini D Patel" userId="S::nandini@email.uscupstate.edu::0c273a75-c5db-44d1-a247-1bf168fba096" providerId="AD" clId="Web-{F1E353A1-79F7-F372-4132-133E23708A41}" dt="2026-02-20T23:37:26.167" v="617" actId="1076"/>
        <pc:sldMkLst>
          <pc:docMk/>
          <pc:sldMk cId="2205675272" sldId="259"/>
        </pc:sldMkLst>
        <pc:picChg chg="mod">
          <ac:chgData name="Nandini D Patel" userId="S::nandini@email.uscupstate.edu::0c273a75-c5db-44d1-a247-1bf168fba096" providerId="AD" clId="Web-{F1E353A1-79F7-F372-4132-133E23708A41}" dt="2026-02-20T23:36:37.214" v="613" actId="1076"/>
          <ac:picMkLst>
            <pc:docMk/>
            <pc:sldMk cId="2205675272" sldId="259"/>
            <ac:picMk id="3" creationId="{B1E49758-9C49-1880-B757-6D33FDEB51B5}"/>
          </ac:picMkLst>
        </pc:picChg>
        <pc:picChg chg="mod">
          <ac:chgData name="Nandini D Patel" userId="S::nandini@email.uscupstate.edu::0c273a75-c5db-44d1-a247-1bf168fba096" providerId="AD" clId="Web-{F1E353A1-79F7-F372-4132-133E23708A41}" dt="2026-02-20T23:37:21.230" v="616" actId="1076"/>
          <ac:picMkLst>
            <pc:docMk/>
            <pc:sldMk cId="2205675272" sldId="259"/>
            <ac:picMk id="4" creationId="{83928791-8739-0E22-3A20-F3DDCC59621C}"/>
          </ac:picMkLst>
        </pc:picChg>
        <pc:picChg chg="mod">
          <ac:chgData name="Nandini D Patel" userId="S::nandini@email.uscupstate.edu::0c273a75-c5db-44d1-a247-1bf168fba096" providerId="AD" clId="Web-{F1E353A1-79F7-F372-4132-133E23708A41}" dt="2026-02-20T23:37:26.167" v="617" actId="1076"/>
          <ac:picMkLst>
            <pc:docMk/>
            <pc:sldMk cId="2205675272" sldId="259"/>
            <ac:picMk id="5" creationId="{B268DDF7-862A-B64A-611C-12E83E391F0A}"/>
          </ac:picMkLst>
        </pc:picChg>
      </pc:sldChg>
      <pc:sldChg chg="modSp ord">
        <pc:chgData name="Nandini D Patel" userId="S::nandini@email.uscupstate.edu::0c273a75-c5db-44d1-a247-1bf168fba096" providerId="AD" clId="Web-{F1E353A1-79F7-F372-4132-133E23708A41}" dt="2026-02-20T23:39:25.669" v="629" actId="1076"/>
        <pc:sldMkLst>
          <pc:docMk/>
          <pc:sldMk cId="1682044759" sldId="260"/>
        </pc:sldMkLst>
        <pc:picChg chg="mod">
          <ac:chgData name="Nandini D Patel" userId="S::nandini@email.uscupstate.edu::0c273a75-c5db-44d1-a247-1bf168fba096" providerId="AD" clId="Web-{F1E353A1-79F7-F372-4132-133E23708A41}" dt="2026-02-20T23:39:20.810" v="628" actId="1076"/>
          <ac:picMkLst>
            <pc:docMk/>
            <pc:sldMk cId="1682044759" sldId="260"/>
            <ac:picMk id="5" creationId="{CDDD5946-529D-4BEB-8688-4F7C8CAB9E6D}"/>
          </ac:picMkLst>
        </pc:picChg>
        <pc:picChg chg="mod">
          <ac:chgData name="Nandini D Patel" userId="S::nandini@email.uscupstate.edu::0c273a75-c5db-44d1-a247-1bf168fba096" providerId="AD" clId="Web-{F1E353A1-79F7-F372-4132-133E23708A41}" dt="2026-02-20T23:39:25.669" v="629" actId="1076"/>
          <ac:picMkLst>
            <pc:docMk/>
            <pc:sldMk cId="1682044759" sldId="260"/>
            <ac:picMk id="6" creationId="{71D41E5F-D49E-5128-B69C-8AF521DB4AC0}"/>
          </ac:picMkLst>
        </pc:picChg>
      </pc:sldChg>
      <pc:sldChg chg="ord">
        <pc:chgData name="Nandini D Patel" userId="S::nandini@email.uscupstate.edu::0c273a75-c5db-44d1-a247-1bf168fba096" providerId="AD" clId="Web-{F1E353A1-79F7-F372-4132-133E23708A41}" dt="2026-02-20T23:15:13.729" v="506"/>
        <pc:sldMkLst>
          <pc:docMk/>
          <pc:sldMk cId="1799766881" sldId="261"/>
        </pc:sldMkLst>
      </pc:sldChg>
      <pc:sldChg chg="modSp ord">
        <pc:chgData name="Nandini D Patel" userId="S::nandini@email.uscupstate.edu::0c273a75-c5db-44d1-a247-1bf168fba096" providerId="AD" clId="Web-{F1E353A1-79F7-F372-4132-133E23708A41}" dt="2026-02-20T23:39:49.827" v="632" actId="1076"/>
        <pc:sldMkLst>
          <pc:docMk/>
          <pc:sldMk cId="273035921" sldId="262"/>
        </pc:sldMkLst>
        <pc:picChg chg="mod">
          <ac:chgData name="Nandini D Patel" userId="S::nandini@email.uscupstate.edu::0c273a75-c5db-44d1-a247-1bf168fba096" providerId="AD" clId="Web-{F1E353A1-79F7-F372-4132-133E23708A41}" dt="2026-02-20T23:39:47.937" v="631" actId="1076"/>
          <ac:picMkLst>
            <pc:docMk/>
            <pc:sldMk cId="273035921" sldId="262"/>
            <ac:picMk id="3" creationId="{D42A51EB-37DB-245C-1C15-7056E2357FB1}"/>
          </ac:picMkLst>
        </pc:picChg>
        <pc:picChg chg="mod">
          <ac:chgData name="Nandini D Patel" userId="S::nandini@email.uscupstate.edu::0c273a75-c5db-44d1-a247-1bf168fba096" providerId="AD" clId="Web-{F1E353A1-79F7-F372-4132-133E23708A41}" dt="2026-02-20T23:39:49.827" v="632" actId="1076"/>
          <ac:picMkLst>
            <pc:docMk/>
            <pc:sldMk cId="273035921" sldId="262"/>
            <ac:picMk id="5" creationId="{0AF611B4-4138-7ABF-5940-719FB661CAEB}"/>
          </ac:picMkLst>
        </pc:picChg>
      </pc:sldChg>
      <pc:sldChg chg="ord">
        <pc:chgData name="Nandini D Patel" userId="S::nandini@email.uscupstate.edu::0c273a75-c5db-44d1-a247-1bf168fba096" providerId="AD" clId="Web-{F1E353A1-79F7-F372-4132-133E23708A41}" dt="2026-02-20T23:15:32.730" v="507"/>
        <pc:sldMkLst>
          <pc:docMk/>
          <pc:sldMk cId="3596043743" sldId="263"/>
        </pc:sldMkLst>
      </pc:sldChg>
      <pc:sldChg chg="ord">
        <pc:chgData name="Nandini D Patel" userId="S::nandini@email.uscupstate.edu::0c273a75-c5db-44d1-a247-1bf168fba096" providerId="AD" clId="Web-{F1E353A1-79F7-F372-4132-133E23708A41}" dt="2026-02-20T23:16:31.074" v="509"/>
        <pc:sldMkLst>
          <pc:docMk/>
          <pc:sldMk cId="914039763" sldId="266"/>
        </pc:sldMkLst>
      </pc:sldChg>
      <pc:sldChg chg="modSp">
        <pc:chgData name="Nandini D Patel" userId="S::nandini@email.uscupstate.edu::0c273a75-c5db-44d1-a247-1bf168fba096" providerId="AD" clId="Web-{F1E353A1-79F7-F372-4132-133E23708A41}" dt="2026-02-20T23:36:07.432" v="610" actId="20577"/>
        <pc:sldMkLst>
          <pc:docMk/>
          <pc:sldMk cId="2172950934" sldId="283"/>
        </pc:sldMkLst>
        <pc:spChg chg="mod">
          <ac:chgData name="Nandini D Patel" userId="S::nandini@email.uscupstate.edu::0c273a75-c5db-44d1-a247-1bf168fba096" providerId="AD" clId="Web-{F1E353A1-79F7-F372-4132-133E23708A41}" dt="2026-02-20T23:33:15.337" v="536" actId="20577"/>
          <ac:spMkLst>
            <pc:docMk/>
            <pc:sldMk cId="2172950934" sldId="283"/>
            <ac:spMk id="2" creationId="{7E84867B-9991-CFDB-D610-9FD1EB9EE2D1}"/>
          </ac:spMkLst>
        </pc:spChg>
        <pc:spChg chg="mod">
          <ac:chgData name="Nandini D Patel" userId="S::nandini@email.uscupstate.edu::0c273a75-c5db-44d1-a247-1bf168fba096" providerId="AD" clId="Web-{F1E353A1-79F7-F372-4132-133E23708A41}" dt="2026-02-20T23:36:07.432" v="610" actId="20577"/>
          <ac:spMkLst>
            <pc:docMk/>
            <pc:sldMk cId="2172950934" sldId="283"/>
            <ac:spMk id="3" creationId="{CA53FD4C-CF05-9017-C99C-34D7EB78DEA3}"/>
          </ac:spMkLst>
        </pc:spChg>
      </pc:sldChg>
      <pc:sldChg chg="modSp new">
        <pc:chgData name="Nandini D Patel" userId="S::nandini@email.uscupstate.edu::0c273a75-c5db-44d1-a247-1bf168fba096" providerId="AD" clId="Web-{F1E353A1-79F7-F372-4132-133E23708A41}" dt="2026-02-20T22:51:54.552" v="206" actId="20577"/>
        <pc:sldMkLst>
          <pc:docMk/>
          <pc:sldMk cId="3652711810" sldId="284"/>
        </pc:sldMkLst>
        <pc:spChg chg="mod">
          <ac:chgData name="Nandini D Patel" userId="S::nandini@email.uscupstate.edu::0c273a75-c5db-44d1-a247-1bf168fba096" providerId="AD" clId="Web-{F1E353A1-79F7-F372-4132-133E23708A41}" dt="2026-02-20T22:43:28.425" v="15" actId="20577"/>
          <ac:spMkLst>
            <pc:docMk/>
            <pc:sldMk cId="3652711810" sldId="284"/>
            <ac:spMk id="2" creationId="{242DD97C-0159-F6C6-F590-2C0C80DE920D}"/>
          </ac:spMkLst>
        </pc:spChg>
        <pc:spChg chg="mod">
          <ac:chgData name="Nandini D Patel" userId="S::nandini@email.uscupstate.edu::0c273a75-c5db-44d1-a247-1bf168fba096" providerId="AD" clId="Web-{F1E353A1-79F7-F372-4132-133E23708A41}" dt="2026-02-20T22:51:54.552" v="206" actId="20577"/>
          <ac:spMkLst>
            <pc:docMk/>
            <pc:sldMk cId="3652711810" sldId="284"/>
            <ac:spMk id="3" creationId="{ECEBE072-73D3-7CEC-1612-B0FEFB95B63F}"/>
          </ac:spMkLst>
        </pc:spChg>
      </pc:sldChg>
      <pc:sldChg chg="modSp new">
        <pc:chgData name="Nandini D Patel" userId="S::nandini@email.uscupstate.edu::0c273a75-c5db-44d1-a247-1bf168fba096" providerId="AD" clId="Web-{F1E353A1-79F7-F372-4132-133E23708A41}" dt="2026-02-20T22:52:20.037" v="208" actId="20577"/>
        <pc:sldMkLst>
          <pc:docMk/>
          <pc:sldMk cId="3720373009" sldId="285"/>
        </pc:sldMkLst>
        <pc:spChg chg="mod">
          <ac:chgData name="Nandini D Patel" userId="S::nandini@email.uscupstate.edu::0c273a75-c5db-44d1-a247-1bf168fba096" providerId="AD" clId="Web-{F1E353A1-79F7-F372-4132-133E23708A41}" dt="2026-02-20T22:43:35.722" v="27" actId="20577"/>
          <ac:spMkLst>
            <pc:docMk/>
            <pc:sldMk cId="3720373009" sldId="285"/>
            <ac:spMk id="2" creationId="{7415DC7C-55D9-BEF8-AEE2-859CE5ACF699}"/>
          </ac:spMkLst>
        </pc:spChg>
        <pc:spChg chg="mod">
          <ac:chgData name="Nandini D Patel" userId="S::nandini@email.uscupstate.edu::0c273a75-c5db-44d1-a247-1bf168fba096" providerId="AD" clId="Web-{F1E353A1-79F7-F372-4132-133E23708A41}" dt="2026-02-20T22:52:20.037" v="208" actId="20577"/>
          <ac:spMkLst>
            <pc:docMk/>
            <pc:sldMk cId="3720373009" sldId="285"/>
            <ac:spMk id="3" creationId="{0A2496B4-093D-33F8-A5AA-4F2AEF82DA86}"/>
          </ac:spMkLst>
        </pc:spChg>
      </pc:sldChg>
      <pc:sldChg chg="modSp new ord">
        <pc:chgData name="Nandini D Patel" userId="S::nandini@email.uscupstate.edu::0c273a75-c5db-44d1-a247-1bf168fba096" providerId="AD" clId="Web-{F1E353A1-79F7-F372-4132-133E23708A41}" dt="2026-02-20T22:45:50.848" v="94" actId="20577"/>
        <pc:sldMkLst>
          <pc:docMk/>
          <pc:sldMk cId="3482129380" sldId="287"/>
        </pc:sldMkLst>
        <pc:spChg chg="mod">
          <ac:chgData name="Nandini D Patel" userId="S::nandini@email.uscupstate.edu::0c273a75-c5db-44d1-a247-1bf168fba096" providerId="AD" clId="Web-{F1E353A1-79F7-F372-4132-133E23708A41}" dt="2026-02-20T22:45:50.848" v="94" actId="20577"/>
          <ac:spMkLst>
            <pc:docMk/>
            <pc:sldMk cId="3482129380" sldId="287"/>
            <ac:spMk id="2" creationId="{44FC959C-A536-A438-7A93-3EA8A4BFDD5B}"/>
          </ac:spMkLst>
        </pc:spChg>
      </pc:sldChg>
      <pc:sldChg chg="addSp delSp modSp new">
        <pc:chgData name="Nandini D Patel" userId="S::nandini@email.uscupstate.edu::0c273a75-c5db-44d1-a247-1bf168fba096" providerId="AD" clId="Web-{F1E353A1-79F7-F372-4132-133E23708A41}" dt="2026-02-20T22:58:44.233" v="446" actId="20577"/>
        <pc:sldMkLst>
          <pc:docMk/>
          <pc:sldMk cId="1723127818" sldId="289"/>
        </pc:sldMkLst>
        <pc:spChg chg="mod">
          <ac:chgData name="Nandini D Patel" userId="S::nandini@email.uscupstate.edu::0c273a75-c5db-44d1-a247-1bf168fba096" providerId="AD" clId="Web-{F1E353A1-79F7-F372-4132-133E23708A41}" dt="2026-02-20T22:44:44.895" v="60" actId="20577"/>
          <ac:spMkLst>
            <pc:docMk/>
            <pc:sldMk cId="1723127818" sldId="289"/>
            <ac:spMk id="3" creationId="{5CB96F3C-A25D-FBE9-6FE5-4C76E61FB953}"/>
          </ac:spMkLst>
        </pc:spChg>
        <pc:spChg chg="mod">
          <ac:chgData name="Nandini D Patel" userId="S::nandini@email.uscupstate.edu::0c273a75-c5db-44d1-a247-1bf168fba096" providerId="AD" clId="Web-{F1E353A1-79F7-F372-4132-133E23708A41}" dt="2026-02-20T22:58:44.233" v="446" actId="20577"/>
          <ac:spMkLst>
            <pc:docMk/>
            <pc:sldMk cId="1723127818" sldId="289"/>
            <ac:spMk id="4" creationId="{8CE6A0FA-B063-F2A5-9186-AD7EE79D067F}"/>
          </ac:spMkLst>
        </pc:spChg>
        <pc:spChg chg="mod">
          <ac:chgData name="Nandini D Patel" userId="S::nandini@email.uscupstate.edu::0c273a75-c5db-44d1-a247-1bf168fba096" providerId="AD" clId="Web-{F1E353A1-79F7-F372-4132-133E23708A41}" dt="2026-02-20T22:44:48.160" v="66" actId="20577"/>
          <ac:spMkLst>
            <pc:docMk/>
            <pc:sldMk cId="1723127818" sldId="289"/>
            <ac:spMk id="5" creationId="{1222C021-A001-0680-A0DB-2921BDFB72E2}"/>
          </ac:spMkLst>
        </pc:spChg>
        <pc:spChg chg="mod">
          <ac:chgData name="Nandini D Patel" userId="S::nandini@email.uscupstate.edu::0c273a75-c5db-44d1-a247-1bf168fba096" providerId="AD" clId="Web-{F1E353A1-79F7-F372-4132-133E23708A41}" dt="2026-02-20T22:58:39.530" v="434" actId="20577"/>
          <ac:spMkLst>
            <pc:docMk/>
            <pc:sldMk cId="1723127818" sldId="289"/>
            <ac:spMk id="6" creationId="{5C1B2DA7-B432-993A-B1A7-5F145D254221}"/>
          </ac:spMkLst>
        </pc:spChg>
      </pc:sldChg>
      <pc:sldChg chg="addSp delSp modSp new">
        <pc:chgData name="Nandini D Patel" userId="S::nandini@email.uscupstate.edu::0c273a75-c5db-44d1-a247-1bf168fba096" providerId="AD" clId="Web-{F1E353A1-79F7-F372-4132-133E23708A41}" dt="2026-02-20T23:06:11.664" v="500" actId="1076"/>
        <pc:sldMkLst>
          <pc:docMk/>
          <pc:sldMk cId="3314073187" sldId="290"/>
        </pc:sldMkLst>
        <pc:spChg chg="mod">
          <ac:chgData name="Nandini D Patel" userId="S::nandini@email.uscupstate.edu::0c273a75-c5db-44d1-a247-1bf168fba096" providerId="AD" clId="Web-{F1E353A1-79F7-F372-4132-133E23708A41}" dt="2026-02-20T22:46:04.786" v="113" actId="20577"/>
          <ac:spMkLst>
            <pc:docMk/>
            <pc:sldMk cId="3314073187" sldId="290"/>
            <ac:spMk id="2" creationId="{3E041AE5-7DA7-3A7D-DCB4-B60FD8755453}"/>
          </ac:spMkLst>
        </pc:spChg>
        <pc:picChg chg="add mod ord">
          <ac:chgData name="Nandini D Patel" userId="S::nandini@email.uscupstate.edu::0c273a75-c5db-44d1-a247-1bf168fba096" providerId="AD" clId="Web-{F1E353A1-79F7-F372-4132-133E23708A41}" dt="2026-02-20T23:06:11.664" v="500" actId="1076"/>
          <ac:picMkLst>
            <pc:docMk/>
            <pc:sldMk cId="3314073187" sldId="290"/>
            <ac:picMk id="4" creationId="{8A560AA4-78EA-5478-EC34-8A3CDA6961D0}"/>
          </ac:picMkLst>
        </pc:picChg>
      </pc:sldChg>
      <pc:sldChg chg="modSp new">
        <pc:chgData name="Nandini D Patel" userId="S::nandini@email.uscupstate.edu::0c273a75-c5db-44d1-a247-1bf168fba096" providerId="AD" clId="Web-{F1E353A1-79F7-F372-4132-133E23708A41}" dt="2026-02-20T22:46:19.708" v="132" actId="20577"/>
        <pc:sldMkLst>
          <pc:docMk/>
          <pc:sldMk cId="1833945599" sldId="291"/>
        </pc:sldMkLst>
        <pc:spChg chg="mod">
          <ac:chgData name="Nandini D Patel" userId="S::nandini@email.uscupstate.edu::0c273a75-c5db-44d1-a247-1bf168fba096" providerId="AD" clId="Web-{F1E353A1-79F7-F372-4132-133E23708A41}" dt="2026-02-20T22:46:19.708" v="132" actId="20577"/>
          <ac:spMkLst>
            <pc:docMk/>
            <pc:sldMk cId="1833945599" sldId="291"/>
            <ac:spMk id="2" creationId="{F6B778EC-4350-DB81-3138-AAEC012D2D75}"/>
          </ac:spMkLst>
        </pc:spChg>
      </pc:sldChg>
      <pc:sldChg chg="modSp new">
        <pc:chgData name="Nandini D Patel" userId="S::nandini@email.uscupstate.edu::0c273a75-c5db-44d1-a247-1bf168fba096" providerId="AD" clId="Web-{F1E353A1-79F7-F372-4132-133E23708A41}" dt="2026-02-20T23:32:13.851" v="513"/>
        <pc:sldMkLst>
          <pc:docMk/>
          <pc:sldMk cId="3614962928" sldId="292"/>
        </pc:sldMkLst>
        <pc:spChg chg="mod">
          <ac:chgData name="Nandini D Patel" userId="S::nandini@email.uscupstate.edu::0c273a75-c5db-44d1-a247-1bf168fba096" providerId="AD" clId="Web-{F1E353A1-79F7-F372-4132-133E23708A41}" dt="2026-02-20T22:46:29.052" v="149" actId="20577"/>
          <ac:spMkLst>
            <pc:docMk/>
            <pc:sldMk cId="3614962928" sldId="292"/>
            <ac:spMk id="2" creationId="{C5D105D9-FF9F-DFBC-1925-934092B95176}"/>
          </ac:spMkLst>
        </pc:spChg>
        <pc:picChg chg="mod modCrop">
          <ac:chgData name="Nandini D Patel" userId="S::nandini@email.uscupstate.edu::0c273a75-c5db-44d1-a247-1bf168fba096" providerId="AD" clId="Web-{F1E353A1-79F7-F372-4132-133E23708A41}" dt="2026-02-20T23:32:13.851" v="513"/>
          <ac:picMkLst>
            <pc:docMk/>
            <pc:sldMk cId="3614962928" sldId="292"/>
            <ac:picMk id="4" creationId="{A5533EC9-A2CC-4855-1B5A-7AC7A425851D}"/>
          </ac:picMkLst>
        </pc:picChg>
        <pc:picChg chg="mod">
          <ac:chgData name="Nandini D Patel" userId="S::nandini@email.uscupstate.edu::0c273a75-c5db-44d1-a247-1bf168fba096" providerId="AD" clId="Web-{F1E353A1-79F7-F372-4132-133E23708A41}" dt="2026-02-20T23:31:56.492" v="511" actId="1076"/>
          <ac:picMkLst>
            <pc:docMk/>
            <pc:sldMk cId="3614962928" sldId="292"/>
            <ac:picMk id="5" creationId="{02C8EB62-5239-B300-02B3-CD254E2B001C}"/>
          </ac:picMkLst>
        </pc:picChg>
      </pc:sldChg>
      <pc:sldChg chg="modSp new">
        <pc:chgData name="Nandini D Patel" userId="S::nandini@email.uscupstate.edu::0c273a75-c5db-44d1-a247-1bf168fba096" providerId="AD" clId="Web-{F1E353A1-79F7-F372-4132-133E23708A41}" dt="2026-02-20T22:46:40.583" v="165" actId="20577"/>
        <pc:sldMkLst>
          <pc:docMk/>
          <pc:sldMk cId="1201291107" sldId="293"/>
        </pc:sldMkLst>
        <pc:spChg chg="mod">
          <ac:chgData name="Nandini D Patel" userId="S::nandini@email.uscupstate.edu::0c273a75-c5db-44d1-a247-1bf168fba096" providerId="AD" clId="Web-{F1E353A1-79F7-F372-4132-133E23708A41}" dt="2026-02-20T22:46:40.583" v="165" actId="20577"/>
          <ac:spMkLst>
            <pc:docMk/>
            <pc:sldMk cId="1201291107" sldId="293"/>
            <ac:spMk id="2" creationId="{B28BF0C9-8B4C-2E6F-718F-C68556817114}"/>
          </ac:spMkLst>
        </pc:spChg>
      </pc:sldChg>
      <pc:sldChg chg="modSp new">
        <pc:chgData name="Nandini D Patel" userId="S::nandini@email.uscupstate.edu::0c273a75-c5db-44d1-a247-1bf168fba096" providerId="AD" clId="Web-{F1E353A1-79F7-F372-4132-133E23708A41}" dt="2026-02-20T22:46:59.568" v="204" actId="20577"/>
        <pc:sldMkLst>
          <pc:docMk/>
          <pc:sldMk cId="1729264411" sldId="294"/>
        </pc:sldMkLst>
        <pc:spChg chg="mod">
          <ac:chgData name="Nandini D Patel" userId="S::nandini@email.uscupstate.edu::0c273a75-c5db-44d1-a247-1bf168fba096" providerId="AD" clId="Web-{F1E353A1-79F7-F372-4132-133E23708A41}" dt="2026-02-20T22:46:59.568" v="204" actId="20577"/>
          <ac:spMkLst>
            <pc:docMk/>
            <pc:sldMk cId="1729264411" sldId="294"/>
            <ac:spMk id="2" creationId="{6CA29BE1-9A6C-BB92-6338-4DCCDDAA3BF4}"/>
          </ac:spMkLst>
        </pc:spChg>
      </pc:sldChg>
      <pc:sldChg chg="addSp delSp modSp new">
        <pc:chgData name="Nandini D Patel" userId="S::nandini@email.uscupstate.edu::0c273a75-c5db-44d1-a247-1bf168fba096" providerId="AD" clId="Web-{F1E353A1-79F7-F372-4132-133E23708A41}" dt="2026-02-20T23:04:43.002" v="472" actId="1076"/>
        <pc:sldMkLst>
          <pc:docMk/>
          <pc:sldMk cId="3341444577" sldId="295"/>
        </pc:sldMkLst>
        <pc:picChg chg="add mod">
          <ac:chgData name="Nandini D Patel" userId="S::nandini@email.uscupstate.edu::0c273a75-c5db-44d1-a247-1bf168fba096" providerId="AD" clId="Web-{F1E353A1-79F7-F372-4132-133E23708A41}" dt="2026-02-20T23:04:38.409" v="470" actId="1076"/>
          <ac:picMkLst>
            <pc:docMk/>
            <pc:sldMk cId="3341444577" sldId="295"/>
            <ac:picMk id="4" creationId="{92950D1B-C829-76D5-E532-5718ABE819DE}"/>
          </ac:picMkLst>
        </pc:picChg>
        <pc:picChg chg="add mod">
          <ac:chgData name="Nandini D Patel" userId="S::nandini@email.uscupstate.edu::0c273a75-c5db-44d1-a247-1bf168fba096" providerId="AD" clId="Web-{F1E353A1-79F7-F372-4132-133E23708A41}" dt="2026-02-20T23:04:40.799" v="471" actId="1076"/>
          <ac:picMkLst>
            <pc:docMk/>
            <pc:sldMk cId="3341444577" sldId="295"/>
            <ac:picMk id="5" creationId="{40A71D42-8A61-766E-F8DB-30328097A23E}"/>
          </ac:picMkLst>
        </pc:picChg>
        <pc:picChg chg="add mod">
          <ac:chgData name="Nandini D Patel" userId="S::nandini@email.uscupstate.edu::0c273a75-c5db-44d1-a247-1bf168fba096" providerId="AD" clId="Web-{F1E353A1-79F7-F372-4132-133E23708A41}" dt="2026-02-20T23:04:43.002" v="472" actId="1076"/>
          <ac:picMkLst>
            <pc:docMk/>
            <pc:sldMk cId="3341444577" sldId="295"/>
            <ac:picMk id="6" creationId="{443C11EC-2AA9-6C86-5A83-46A0002A0302}"/>
          </ac:picMkLst>
        </pc:picChg>
      </pc:sldChg>
      <pc:sldChg chg="addSp delSp modSp new">
        <pc:chgData name="Nandini D Patel" userId="S::nandini@email.uscupstate.edu::0c273a75-c5db-44d1-a247-1bf168fba096" providerId="AD" clId="Web-{F1E353A1-79F7-F372-4132-133E23708A41}" dt="2026-02-20T23:05:21.629" v="485" actId="1076"/>
        <pc:sldMkLst>
          <pc:docMk/>
          <pc:sldMk cId="4276760064" sldId="296"/>
        </pc:sldMkLst>
        <pc:picChg chg="add mod">
          <ac:chgData name="Nandini D Patel" userId="S::nandini@email.uscupstate.edu::0c273a75-c5db-44d1-a247-1bf168fba096" providerId="AD" clId="Web-{F1E353A1-79F7-F372-4132-133E23708A41}" dt="2026-02-20T23:05:21.629" v="485" actId="1076"/>
          <ac:picMkLst>
            <pc:docMk/>
            <pc:sldMk cId="4276760064" sldId="296"/>
            <ac:picMk id="4" creationId="{E866C32D-6CDA-D7C5-4900-A54E4CA3F075}"/>
          </ac:picMkLst>
        </pc:picChg>
        <pc:picChg chg="add mod">
          <ac:chgData name="Nandini D Patel" userId="S::nandini@email.uscupstate.edu::0c273a75-c5db-44d1-a247-1bf168fba096" providerId="AD" clId="Web-{F1E353A1-79F7-F372-4132-133E23708A41}" dt="2026-02-20T23:05:18.207" v="483" actId="1076"/>
          <ac:picMkLst>
            <pc:docMk/>
            <pc:sldMk cId="4276760064" sldId="296"/>
            <ac:picMk id="5" creationId="{B06483F2-1BA1-262F-1573-7AF2005D5097}"/>
          </ac:picMkLst>
        </pc:picChg>
        <pc:picChg chg="add mod">
          <ac:chgData name="Nandini D Patel" userId="S::nandini@email.uscupstate.edu::0c273a75-c5db-44d1-a247-1bf168fba096" providerId="AD" clId="Web-{F1E353A1-79F7-F372-4132-133E23708A41}" dt="2026-02-20T23:05:14.082" v="481" actId="1076"/>
          <ac:picMkLst>
            <pc:docMk/>
            <pc:sldMk cId="4276760064" sldId="296"/>
            <ac:picMk id="6" creationId="{8B554029-CFC7-3ABB-B819-4DA050A760F1}"/>
          </ac:picMkLst>
        </pc:picChg>
      </pc:sldChg>
      <pc:sldChg chg="addSp delSp modSp new">
        <pc:chgData name="Nandini D Patel" userId="S::nandini@email.uscupstate.edu::0c273a75-c5db-44d1-a247-1bf168fba096" providerId="AD" clId="Web-{F1E353A1-79F7-F372-4132-133E23708A41}" dt="2026-02-20T23:07:11.512" v="503"/>
        <pc:sldMkLst>
          <pc:docMk/>
          <pc:sldMk cId="1408121171" sldId="297"/>
        </pc:sldMkLst>
        <pc:picChg chg="add mod">
          <ac:chgData name="Nandini D Patel" userId="S::nandini@email.uscupstate.edu::0c273a75-c5db-44d1-a247-1bf168fba096" providerId="AD" clId="Web-{F1E353A1-79F7-F372-4132-133E23708A41}" dt="2026-02-20T23:07:11.512" v="503"/>
          <ac:picMkLst>
            <pc:docMk/>
            <pc:sldMk cId="1408121171" sldId="297"/>
            <ac:picMk id="5" creationId="{930564EC-593E-A5F0-AABE-7F5839556E7E}"/>
          </ac:picMkLst>
        </pc:picChg>
      </pc:sldChg>
      <pc:sldChg chg="addSp delSp modSp new">
        <pc:chgData name="Nandini D Patel" userId="S::nandini@email.uscupstate.edu::0c273a75-c5db-44d1-a247-1bf168fba096" providerId="AD" clId="Web-{F1E353A1-79F7-F372-4132-133E23708A41}" dt="2026-02-20T23:06:03.804" v="499"/>
        <pc:sldMkLst>
          <pc:docMk/>
          <pc:sldMk cId="1135612291" sldId="298"/>
        </pc:sldMkLst>
        <pc:picChg chg="add mod">
          <ac:chgData name="Nandini D Patel" userId="S::nandini@email.uscupstate.edu::0c273a75-c5db-44d1-a247-1bf168fba096" providerId="AD" clId="Web-{F1E353A1-79F7-F372-4132-133E23708A41}" dt="2026-02-20T23:06:03.804" v="499"/>
          <ac:picMkLst>
            <pc:docMk/>
            <pc:sldMk cId="1135612291" sldId="298"/>
            <ac:picMk id="4" creationId="{D99E7BD4-E5DD-EA1C-BC0E-5D9D9BB9E9A4}"/>
          </ac:picMkLst>
        </pc:picChg>
      </pc:sldChg>
    </pc:docChg>
  </pc:docChgLst>
  <pc:docChgLst>
    <pc:chgData name="Leonard J Frost" userId="S::ljfrost@email.uscupstate.edu::54c889c7-ec4d-4b30-9dda-9e8677427343" providerId="AD" clId="Web-{187E41EF-B0A5-632C-8CDF-310D02F2CBCC}"/>
    <pc:docChg chg="modSld">
      <pc:chgData name="Leonard J Frost" userId="S::ljfrost@email.uscupstate.edu::54c889c7-ec4d-4b30-9dda-9e8677427343" providerId="AD" clId="Web-{187E41EF-B0A5-632C-8CDF-310D02F2CBCC}" dt="2026-02-27T23:24:16.578" v="75"/>
      <pc:docMkLst>
        <pc:docMk/>
      </pc:docMkLst>
      <pc:sldChg chg="modSp modNotes">
        <pc:chgData name="Leonard J Frost" userId="S::ljfrost@email.uscupstate.edu::54c889c7-ec4d-4b30-9dda-9e8677427343" providerId="AD" clId="Web-{187E41EF-B0A5-632C-8CDF-310D02F2CBCC}" dt="2026-02-27T23:24:16.578" v="75"/>
        <pc:sldMkLst>
          <pc:docMk/>
          <pc:sldMk cId="1833945599" sldId="291"/>
        </pc:sldMkLst>
        <pc:picChg chg="mod">
          <ac:chgData name="Leonard J Frost" userId="S::ljfrost@email.uscupstate.edu::54c889c7-ec4d-4b30-9dda-9e8677427343" providerId="AD" clId="Web-{187E41EF-B0A5-632C-8CDF-310D02F2CBCC}" dt="2026-02-27T04:03:13.185" v="0" actId="1076"/>
          <ac:picMkLst>
            <pc:docMk/>
            <pc:sldMk cId="1833945599" sldId="291"/>
            <ac:picMk id="9" creationId="{504BF29E-E697-3A72-318D-DF525C6CC47C}"/>
          </ac:picMkLst>
        </pc:picChg>
        <pc:picChg chg="mod">
          <ac:chgData name="Leonard J Frost" userId="S::ljfrost@email.uscupstate.edu::54c889c7-ec4d-4b30-9dda-9e8677427343" providerId="AD" clId="Web-{187E41EF-B0A5-632C-8CDF-310D02F2CBCC}" dt="2026-02-27T04:03:36.266" v="2" actId="1076"/>
          <ac:picMkLst>
            <pc:docMk/>
            <pc:sldMk cId="1833945599" sldId="291"/>
            <ac:picMk id="10" creationId="{E155B688-00E9-5895-D519-6EA631D26B6B}"/>
          </ac:picMkLst>
        </pc:picChg>
        <pc:picChg chg="mod">
          <ac:chgData name="Leonard J Frost" userId="S::ljfrost@email.uscupstate.edu::54c889c7-ec4d-4b30-9dda-9e8677427343" providerId="AD" clId="Web-{187E41EF-B0A5-632C-8CDF-310D02F2CBCC}" dt="2026-02-27T04:03:42.111" v="4" actId="1076"/>
          <ac:picMkLst>
            <pc:docMk/>
            <pc:sldMk cId="1833945599" sldId="291"/>
            <ac:picMk id="13" creationId="{092C4EFD-9E7D-EF22-5193-5F7F88179DFE}"/>
          </ac:picMkLst>
        </pc:picChg>
      </pc:sldChg>
      <pc:sldChg chg="modNotes">
        <pc:chgData name="Leonard J Frost" userId="S::ljfrost@email.uscupstate.edu::54c889c7-ec4d-4b30-9dda-9e8677427343" providerId="AD" clId="Web-{187E41EF-B0A5-632C-8CDF-310D02F2CBCC}" dt="2026-02-27T09:22:36.738" v="57"/>
        <pc:sldMkLst>
          <pc:docMk/>
          <pc:sldMk cId="326982583" sldId="299"/>
        </pc:sldMkLst>
      </pc:sldChg>
    </pc:docChg>
  </pc:docChgLst>
  <pc:docChgLst>
    <pc:chgData name="Melisha L Allen" userId="S::allenml9@email.uscupstate.edu::8730014c-fef8-4a88-90f6-fecd9ab24642" providerId="AD" clId="Web-{F459EB0B-8B4B-D82B-0395-BD351634E6CF}"/>
    <pc:docChg chg="modSld">
      <pc:chgData name="Melisha L Allen" userId="S::allenml9@email.uscupstate.edu::8730014c-fef8-4a88-90f6-fecd9ab24642" providerId="AD" clId="Web-{F459EB0B-8B4B-D82B-0395-BD351634E6CF}" dt="2026-02-28T00:15:01.353" v="52" actId="20577"/>
      <pc:docMkLst>
        <pc:docMk/>
      </pc:docMkLst>
      <pc:sldChg chg="modSp">
        <pc:chgData name="Melisha L Allen" userId="S::allenml9@email.uscupstate.edu::8730014c-fef8-4a88-90f6-fecd9ab24642" providerId="AD" clId="Web-{F459EB0B-8B4B-D82B-0395-BD351634E6CF}" dt="2026-02-28T00:13:26.734" v="44" actId="20577"/>
        <pc:sldMkLst>
          <pc:docMk/>
          <pc:sldMk cId="2172950934" sldId="283"/>
        </pc:sldMkLst>
        <pc:spChg chg="mod">
          <ac:chgData name="Melisha L Allen" userId="S::allenml9@email.uscupstate.edu::8730014c-fef8-4a88-90f6-fecd9ab24642" providerId="AD" clId="Web-{F459EB0B-8B4B-D82B-0395-BD351634E6CF}" dt="2026-02-28T00:13:16.561" v="41" actId="20577"/>
          <ac:spMkLst>
            <pc:docMk/>
            <pc:sldMk cId="2172950934" sldId="283"/>
            <ac:spMk id="2" creationId="{7E84867B-9991-CFDB-D610-9FD1EB9EE2D1}"/>
          </ac:spMkLst>
        </pc:spChg>
        <pc:spChg chg="mod">
          <ac:chgData name="Melisha L Allen" userId="S::allenml9@email.uscupstate.edu::8730014c-fef8-4a88-90f6-fecd9ab24642" providerId="AD" clId="Web-{F459EB0B-8B4B-D82B-0395-BD351634E6CF}" dt="2026-02-28T00:13:26.734" v="44" actId="20577"/>
          <ac:spMkLst>
            <pc:docMk/>
            <pc:sldMk cId="2172950934" sldId="283"/>
            <ac:spMk id="3" creationId="{CA53FD4C-CF05-9017-C99C-34D7EB78DEA3}"/>
          </ac:spMkLst>
        </pc:spChg>
      </pc:sldChg>
      <pc:sldChg chg="modSp">
        <pc:chgData name="Melisha L Allen" userId="S::allenml9@email.uscupstate.edu::8730014c-fef8-4a88-90f6-fecd9ab24642" providerId="AD" clId="Web-{F459EB0B-8B4B-D82B-0395-BD351634E6CF}" dt="2026-02-28T00:15:01.353" v="52" actId="20577"/>
        <pc:sldMkLst>
          <pc:docMk/>
          <pc:sldMk cId="3720373009" sldId="285"/>
        </pc:sldMkLst>
        <pc:spChg chg="mod">
          <ac:chgData name="Melisha L Allen" userId="S::allenml9@email.uscupstate.edu::8730014c-fef8-4a88-90f6-fecd9ab24642" providerId="AD" clId="Web-{F459EB0B-8B4B-D82B-0395-BD351634E6CF}" dt="2026-02-28T00:10:26.878" v="1" actId="20577"/>
          <ac:spMkLst>
            <pc:docMk/>
            <pc:sldMk cId="3720373009" sldId="285"/>
            <ac:spMk id="2" creationId="{7415DC7C-55D9-BEF8-AEE2-859CE5ACF699}"/>
          </ac:spMkLst>
        </pc:spChg>
        <pc:spChg chg="mod">
          <ac:chgData name="Melisha L Allen" userId="S::allenml9@email.uscupstate.edu::8730014c-fef8-4a88-90f6-fecd9ab24642" providerId="AD" clId="Web-{F459EB0B-8B4B-D82B-0395-BD351634E6CF}" dt="2026-02-28T00:15:01.353" v="52" actId="20577"/>
          <ac:spMkLst>
            <pc:docMk/>
            <pc:sldMk cId="3720373009" sldId="285"/>
            <ac:spMk id="3" creationId="{0A2496B4-093D-33F8-A5AA-4F2AEF82DA86}"/>
          </ac:spMkLst>
        </pc:spChg>
      </pc:sldChg>
      <pc:sldChg chg="modSp">
        <pc:chgData name="Melisha L Allen" userId="S::allenml9@email.uscupstate.edu::8730014c-fef8-4a88-90f6-fecd9ab24642" providerId="AD" clId="Web-{F459EB0B-8B4B-D82B-0395-BD351634E6CF}" dt="2026-02-28T00:12:44.244" v="38" actId="20577"/>
        <pc:sldMkLst>
          <pc:docMk/>
          <pc:sldMk cId="1723127818" sldId="289"/>
        </pc:sldMkLst>
        <pc:spChg chg="mod">
          <ac:chgData name="Melisha L Allen" userId="S::allenml9@email.uscupstate.edu::8730014c-fef8-4a88-90f6-fecd9ab24642" providerId="AD" clId="Web-{F459EB0B-8B4B-D82B-0395-BD351634E6CF}" dt="2026-02-28T00:12:44.244" v="38" actId="20577"/>
          <ac:spMkLst>
            <pc:docMk/>
            <pc:sldMk cId="1723127818" sldId="289"/>
            <ac:spMk id="4" creationId="{8CE6A0FA-B063-F2A5-9186-AD7EE79D067F}"/>
          </ac:spMkLst>
        </pc:spChg>
        <pc:spChg chg="mod">
          <ac:chgData name="Melisha L Allen" userId="S::allenml9@email.uscupstate.edu::8730014c-fef8-4a88-90f6-fecd9ab24642" providerId="AD" clId="Web-{F459EB0B-8B4B-D82B-0395-BD351634E6CF}" dt="2026-02-28T00:11:56.234" v="4" actId="20577"/>
          <ac:spMkLst>
            <pc:docMk/>
            <pc:sldMk cId="1723127818" sldId="289"/>
            <ac:spMk id="6" creationId="{5C1B2DA7-B432-993A-B1A7-5F145D254221}"/>
          </ac:spMkLst>
        </pc:spChg>
      </pc:sldChg>
    </pc:docChg>
  </pc:docChgLst>
</pc:chgInfo>
</file>

<file path=ppt/comments/modernComment_11D_DDC06311.xml><?xml version="1.0" encoding="utf-8"?>
<p188:cmLst xmlns:a="http://schemas.openxmlformats.org/drawingml/2006/main" xmlns:r="http://schemas.openxmlformats.org/officeDocument/2006/relationships" xmlns:p188="http://schemas.microsoft.com/office/powerpoint/2018/8/main">
  <p188:cm id="{2555D1B3-0555-4CBE-982A-CE7845311295}" authorId="{28E6B7C2-7C42-6BCC-CB8B-78A29EBC27C4}" created="2026-02-28T05:01:32.335">
    <ac:txMkLst xmlns:ac="http://schemas.microsoft.com/office/drawing/2013/main/command">
      <pc:docMk xmlns:pc="http://schemas.microsoft.com/office/powerpoint/2013/main/command"/>
      <pc:sldMk xmlns:pc="http://schemas.microsoft.com/office/powerpoint/2013/main/command" cId="3720373009" sldId="285"/>
      <ac:spMk id="3" creationId="{0A2496B4-093D-33F8-A5AA-4F2AEF82DA86}"/>
      <ac:txMk cp="67" len="4">
        <ac:context len="137" hash="274050789"/>
      </ac:txMk>
    </ac:txMkLst>
    <p188:pos x="6042338" y="2414788"/>
    <p188:txBody>
      <a:bodyPr/>
      <a:lstStyle/>
      <a:p>
        <a:r>
          <a:rPr lang="en-US"/>
          <a:t>I think this value should be 550 because that is the mean of all of the SC Ready Math test scores. </a:t>
        </a:r>
      </a:p>
    </p188:txBody>
    <p188:extLst>
      <p:ext xmlns:p="http://schemas.openxmlformats.org/presentationml/2006/main" uri="{57CB4572-C831-44C2-8A1C-0ADB6CCDFE69}">
        <p223:reactions xmlns:p223="http://schemas.microsoft.com/office/powerpoint/2022/03/main">
          <p223:rxn type="👍">
            <p223:instance time="2026-03-02T01:17:51.013" authorId="{CB0104DA-EE6E-6975-4130-5CFD8DAB2015}"/>
          </p223:rxn>
        </p223:reactions>
      </p:ext>
    </p188:extLst>
  </p188:cm>
</p188:cmLst>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22T21:46:44.631"/>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11853 6800 16383 0 0,'5'0'0'0'0,"7"0"0"0"0,10 0 0 0 0,12 0 0 0 0,4 0 0 0 0,7 0 0 0 0,-1 0 0 0 0,-2 0 0 0 0,-4 0 0 0 0,-3 0 0 0 0,-3 0 0 0 0,3 0 0 0 0,5 0 0 0 0,1 0 0 0 0,-2 0 0 0 0,2 0 0 0 0,9 0 0 0 0,5 0 0 0 0,-1 0 0 0 0,-5 0 0 0 0,-7 0 0 0 0,-4 0 0 0 0,-5 0 0 0 0,-3 0 0 0 0,-2 0 0 0 0,-5 0 0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22T21:46:44.632"/>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11853 8253 16383 0 0,'5'0'0'0'0,"7"0"0"0"0,5 0 0 0 0,5 0 0 0 0,5 0 0 0 0,1 0 0 0 0,1 0 0 0 0,11 0 0 0 0,2 0 0 0 0,0 0 0 0 0,-2 0 0 0 0,-4 0 0 0 0,-3 0 0 0 0,3 0 0 0 0,0 0 0 0 0,-1 0 0 0 0,-2 0 0 0 0,-1 0 0 0 0,-2 0 0 0 0,-1 0 0 0 0,5 0 0 0 0,10 0 0 0 0,4 0 0 0 0,-3 0 0 0 0,-3 0 0 0 0,-4 0 0 0 0,-4 0 0 0 0,-3 0 0 0 0,-1 0 0 0 0,-7-5 0 0 0,-11-1 0 0 0,-8-1 0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22T21:46:44.633"/>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11889 8599 16383 0 0,'9'5'0'0'0,"19"1"0"0"0,8 0 0 0 0,9-1 0 0 0,6-1 0 0 0,-1-2 0 0 0,-4-1 0 0 0,-5 0 0 0 0,-4-1 0 0 0,-4 0 0 0 0,2-1 0 0 0,5 1 0 0 0,0 0 0 0 0,-1 0 0 0 0,-3 0 0 0 0,3 0 0 0 0,-1 0 0 0 0,-2 0 0 0 0,2 0 0 0 0,1 0 0 0 0,-3 0 0 0 0,3 0 0 0 0,0 0 0 0 0,-2 0 0 0 0,-3 0 0 0 0,3 0 0 0 0,-5 4 0 0 0,-8 3 0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22T21:46:44.634"/>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11765 9404 16383 0 0,'10'0'0'0'0,"13"0"0"0"0,7 0 0 0 0,8 0 0 0 0,18 0 0 0 0,8 0 0 0 0,4 0 0 0 0,-1 0 0 0 0,-1 0 0 0 0,-8 0 0 0 0,-8 0 0 0 0,-8 0 0 0 0,-7 0 0 0 0,1 0 0 0 0,14 0 0 0 0,8 0 0 0 0,-1 0 0 0 0,-6 0 0 0 0,-6 0 0 0 0,-6 0 0 0 0,-4 0 0 0 0,-5 0 0 0 0,-1 0 0 0 0,-6-5 0 0 0,-2-2 0 0 0,0 1 0 0 0,2 1 0 0 0,1 2 0 0 0,-3 0 0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22T21:46:44.635"/>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21608 6705 16383 0 0,'9'0'0'0'0,"14"0"0"0"0,12 0 0 0 0,20 0 0 0 0,5-4 0 0 0,2-3 0 0 0,-4 1 0 0 0,-8 1 0 0 0,-7 1 0 0 0,-6 2 0 0 0,1 1 0 0 0,2 1 0 0 0,1 0 0 0 0,-3 0 0 0 0,-2 0 0 0 0,-3 0 0 0 0,-2 1 0 0 0,4-1 0 0 0,0 0 0 0 0,-1 0 0 0 0,-1 0 0 0 0,-1 0 0 0 0,-2 0 0 0 0,0 0 0 0 0,-1 0 0 0 0,4 0 0 0 0,2 0 0 0 0,-6 0 0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22T21:46:44.636"/>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21555 7082 16383 0 0,'9'0'0'0'0,"14"0"0"0"0,12 0 0 0 0,15 0 0 0 0,18 0 0 0 0,3 0 0 0 0,-6 0 0 0 0,-10 0 0 0 0,-8 0 0 0 0,-4 0 0 0 0,-3 0 0 0 0,-4 0 0 0 0,-3 0 0 0 0,-3 0 0 0 0,-1 0 0 0 0,-1 0 0 0 0,0 0 0 0 0,0 0 0 0 0,0 0 0 0 0,0 0 0 0 0,0 0 0 0 0,1 0 0 0 0,-1 0 0 0 0,1 0 0 0 0,0 0 0 0 0,4 0 0 0 0,2 0 0 0 0,-5 5 0 0 0,-3 1 0 0 0,-6 5 0 0 0,-1 1 0 0 0,0-2 0 0 0,-3-3 0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22T21:46:44.637"/>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21625 7510 16383 0 0,'15'0'0'0'0,"14"0"0"0"0,17 0 0 0 0,25 0 0 0 0,10 0 0 0 0,6 0 0 0 0,3-5 0 0 0,-5-2 0 0 0,-6 1 0 0 0,-7 1 0 0 0,-12 2 0 0 0,-10-4 0 0 0,-4-1 0 0 0,-6 1 0 0 0,-4 2 0 0 0,-3 2 0 0 0,-8 1 0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22T21:46:44.638"/>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21678 8140 16383 0 0,'5'0'0'0'0,"6"0"0"0"0,7 0 0 0 0,4 0 0 0 0,9 0 0 0 0,4 0 0 0 0,0 0 0 0 0,0 0 0 0 0,-1 0 0 0 0,-3 0 0 0 0,0 0 0 0 0,-1 0 0 0 0,3 0 0 0 0,2 0 0 0 0,0 0 0 0 0,-2 0 0 0 0,-1 0 0 0 0,-1 0 0 0 0,-2 0 0 0 0,0 0 0 0 0,0 0 0 0 0,-1 0 0 0 0,0 0 0 0 0,1 0 0 0 0,-1 0 0 0 0,1 0 0 0 0,-1 0 0 0 0,1 0 0 0 0,-6 0 0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22T21:46:44.639"/>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21661 8546 16383 0 0,'9'0'0'0'0,"14"0"0"0"0,7 0 0 0 0,4 0 0 0 0,0 0 0 0 0,5 0 0 0 0,5 0 0 0 0,0 0 0 0 0,-2 0 0 0 0,-4 0 0 0 0,-4 0 0 0 0,-2 0 0 0 0,-2 0 0 0 0,-1 0 0 0 0,-1 0 0 0 0,0 0 0 0 0,0 0 0 0 0,0 0 0 0 0,0 0 0 0 0,1 0 0 0 0,4 0 0 0 0,2 0 0 0 0,0 0 0 0 0,-2 0 0 0 0,-5 5 0 0 0,-4 1 0 0 0,-5 5 0 0 0,-2 1 0 0 0,-3-2 0 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22T21:46:44.640"/>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21625 8952 16383 0 0,'10'0'0'0'0,"18"0"0"0"0,13 0 0 0 0,5 5 0 0 0,5 1 0 0 0,-2 0 0 0 0,-5-1 0 0 0,-4-1 0 0 0,-4-2 0 0 0,1-1 0 0 0,-1 0 0 0 0,-1-1 0 0 0,-3-1 0 0 0,0 1 0 0 0,-2 0 0 0 0,-1 0 0 0 0,4-1 0 0 0,2 1 0 0 0,4 0 0 0 0,1 0 0 0 0,-2 0 0 0 0,-3 0 0 0 0,-1 0 0 0 0,-3 0 0 0 0,-6 0 0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70F144-0523-4307-BF70-3F3A9F15EEFC}" type="datetimeFigureOut">
              <a:t>3/3/2026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DFE266C-A3B2-4544-B5C0-FC2904338557}" type="slidenum">
              <a:t>‹#›</a:t>
            </a:fld>
            <a:endParaRPr lang="en-US"/>
          </a:p>
        </p:txBody>
      </p:sp>
    </p:spTree>
    <p:extLst>
      <p:ext uri="{BB962C8B-B14F-4D97-AF65-F5344CB8AC3E}">
        <p14:creationId xmlns:p14="http://schemas.microsoft.com/office/powerpoint/2010/main" val="14432976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s://www.google.com/search?q=Variance+Inflation+Factor&amp;sca_esv=fe2fe5fe3e7d3edd&amp;rlz=1C1CHBD_enUS922US922&amp;sxsrf=ANbL-n7JBJd1DBk4wQ2ua0d_dsFgXCSC6Q%3A1772176238641&amp;ei=bkOhaeHsJq-pptQP7ODLyAQ&amp;biw=2133&amp;bih=1012&amp;ved=2ahUKEwiA0OCcj_mSAxXug4kEHQPxANQQgK4QegYIAQgAEAY&amp;uact=5&amp;oq=what+is+vif&amp;gs_lp=Egxnd3Mtd2l6LXNlcnAiC3doYXQgaXMgdmlmMgsQABiABBiKBRiRAjILEAAYgAQYigUYkQIyCxAAGIAEGIoFGJECMgUQABiABDIFEAAYgAQyBRAAGIAEMgUQABiABDIFEAAYgAQyBRAAGIAEMgUQABiABEjCFlC1CVj5EnABeAGQAQCYAZ8BoAH1AqoBAzAuM7gBA8gBAPgBAZgCBKACgwPCAgoQABhHGNYEGLADwgILEAAYgAQYigUYsQPCAggQABiABBixA8ICCxAAGIAEGLEDGIMBmAMAiAYBkAYIkgcDMS4zoAefD7IHAzAuM7gH_wLCBwMwLjTIBwmACAE&amp;sclient=gws-wiz-serp" TargetMode="External"/><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Melisha</a:t>
            </a:r>
          </a:p>
        </p:txBody>
      </p:sp>
      <p:sp>
        <p:nvSpPr>
          <p:cNvPr id="4" name="Slide Number Placeholder 3"/>
          <p:cNvSpPr>
            <a:spLocks noGrp="1"/>
          </p:cNvSpPr>
          <p:nvPr>
            <p:ph type="sldNum" sz="quarter" idx="5"/>
          </p:nvPr>
        </p:nvSpPr>
        <p:spPr/>
        <p:txBody>
          <a:bodyPr/>
          <a:lstStyle/>
          <a:p>
            <a:fld id="{ADFE266C-A3B2-4544-B5C0-FC2904338557}" type="slidenum">
              <a:rPr lang="en-US"/>
              <a:t>1</a:t>
            </a:fld>
            <a:endParaRPr lang="en-US"/>
          </a:p>
        </p:txBody>
      </p:sp>
    </p:spTree>
    <p:extLst>
      <p:ext uri="{BB962C8B-B14F-4D97-AF65-F5344CB8AC3E}">
        <p14:creationId xmlns:p14="http://schemas.microsoft.com/office/powerpoint/2010/main" val="3676423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Melisha</a:t>
            </a:r>
          </a:p>
        </p:txBody>
      </p:sp>
      <p:sp>
        <p:nvSpPr>
          <p:cNvPr id="4" name="Slide Number Placeholder 3"/>
          <p:cNvSpPr>
            <a:spLocks noGrp="1"/>
          </p:cNvSpPr>
          <p:nvPr>
            <p:ph type="sldNum" sz="quarter" idx="5"/>
          </p:nvPr>
        </p:nvSpPr>
        <p:spPr/>
        <p:txBody>
          <a:bodyPr/>
          <a:lstStyle/>
          <a:p>
            <a:fld id="{ADFE266C-A3B2-4544-B5C0-FC2904338557}" type="slidenum">
              <a:rPr lang="en-US"/>
              <a:t>2</a:t>
            </a:fld>
            <a:endParaRPr lang="en-US"/>
          </a:p>
        </p:txBody>
      </p:sp>
    </p:spTree>
    <p:extLst>
      <p:ext uri="{BB962C8B-B14F-4D97-AF65-F5344CB8AC3E}">
        <p14:creationId xmlns:p14="http://schemas.microsoft.com/office/powerpoint/2010/main" val="37030879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Melisha</a:t>
            </a:r>
          </a:p>
        </p:txBody>
      </p:sp>
      <p:sp>
        <p:nvSpPr>
          <p:cNvPr id="4" name="Slide Number Placeholder 3"/>
          <p:cNvSpPr>
            <a:spLocks noGrp="1"/>
          </p:cNvSpPr>
          <p:nvPr>
            <p:ph type="sldNum" sz="quarter" idx="5"/>
          </p:nvPr>
        </p:nvSpPr>
        <p:spPr/>
        <p:txBody>
          <a:bodyPr/>
          <a:lstStyle/>
          <a:p>
            <a:fld id="{ADFE266C-A3B2-4544-B5C0-FC2904338557}" type="slidenum">
              <a:rPr lang="en-US"/>
              <a:t>3</a:t>
            </a:fld>
            <a:endParaRPr lang="en-US"/>
          </a:p>
        </p:txBody>
      </p:sp>
    </p:spTree>
    <p:extLst>
      <p:ext uri="{BB962C8B-B14F-4D97-AF65-F5344CB8AC3E}">
        <p14:creationId xmlns:p14="http://schemas.microsoft.com/office/powerpoint/2010/main" val="33986582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Melisha</a:t>
            </a:r>
          </a:p>
        </p:txBody>
      </p:sp>
      <p:sp>
        <p:nvSpPr>
          <p:cNvPr id="4" name="Slide Number Placeholder 3"/>
          <p:cNvSpPr>
            <a:spLocks noGrp="1"/>
          </p:cNvSpPr>
          <p:nvPr>
            <p:ph type="sldNum" sz="quarter" idx="5"/>
          </p:nvPr>
        </p:nvSpPr>
        <p:spPr/>
        <p:txBody>
          <a:bodyPr/>
          <a:lstStyle/>
          <a:p>
            <a:fld id="{ADFE266C-A3B2-4544-B5C0-FC2904338557}" type="slidenum">
              <a:rPr lang="en-US"/>
              <a:t>4</a:t>
            </a:fld>
            <a:endParaRPr lang="en-US"/>
          </a:p>
        </p:txBody>
      </p:sp>
    </p:spTree>
    <p:extLst>
      <p:ext uri="{BB962C8B-B14F-4D97-AF65-F5344CB8AC3E}">
        <p14:creationId xmlns:p14="http://schemas.microsoft.com/office/powerpoint/2010/main" val="38967048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Nandini</a:t>
            </a:r>
          </a:p>
          <a:p>
            <a:r>
              <a:rPr lang="en-US">
                <a:ea typeface="Calibri"/>
                <a:cs typeface="Calibri"/>
              </a:rPr>
              <a:t>For our baseline data analytics, we conducted Graphical Summary of SC Ready Math &gt; Vertical S by the Student Free/Reduced Lunch variable and Student Days Absent variable. </a:t>
            </a:r>
          </a:p>
        </p:txBody>
      </p:sp>
      <p:sp>
        <p:nvSpPr>
          <p:cNvPr id="4" name="Slide Number Placeholder 3"/>
          <p:cNvSpPr>
            <a:spLocks noGrp="1"/>
          </p:cNvSpPr>
          <p:nvPr>
            <p:ph type="sldNum" sz="quarter" idx="5"/>
          </p:nvPr>
        </p:nvSpPr>
        <p:spPr/>
        <p:txBody>
          <a:bodyPr/>
          <a:lstStyle/>
          <a:p>
            <a:fld id="{ADFE266C-A3B2-4544-B5C0-FC2904338557}" type="slidenum">
              <a:rPr lang="en-US"/>
              <a:t>5</a:t>
            </a:fld>
            <a:endParaRPr lang="en-US"/>
          </a:p>
        </p:txBody>
      </p:sp>
    </p:spTree>
    <p:extLst>
      <p:ext uri="{BB962C8B-B14F-4D97-AF65-F5344CB8AC3E}">
        <p14:creationId xmlns:p14="http://schemas.microsoft.com/office/powerpoint/2010/main" val="13675879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I added the individual summary reports to all of the variables, but seeing how only our testing variable is the only one that is continuous, I think that in our papers it should be the only one we should mention. If you want to mention the other variables, note that all variables have a p-value of &lt;0.005, hence we reject the null hypothesis, and the data is significantly different and does not follow normal distribution.</a:t>
            </a:r>
            <a:endParaRPr lang="en-US"/>
          </a:p>
          <a:p>
            <a:endParaRPr lang="en-US">
              <a:ea typeface="Calibri"/>
              <a:cs typeface="Calibri"/>
            </a:endParaRPr>
          </a:p>
          <a:p>
            <a:r>
              <a:rPr lang="en-US">
                <a:ea typeface="Calibri"/>
                <a:cs typeface="Calibri"/>
              </a:rPr>
              <a:t>Below is my interpretation of the graph:</a:t>
            </a:r>
          </a:p>
          <a:p>
            <a:r>
              <a:rPr lang="en-US">
                <a:ea typeface="Calibri"/>
                <a:cs typeface="Calibri"/>
              </a:rPr>
              <a:t>SC Ready Math &gt; Vertical S has a mean of 559.3 with Q1 at 482 and Q3 at 614. Hence, why for our goal statement we chose 550 as the starting point and 680 as our goal. The p-value is less that 0.005, hence we reject the null hypothesis and state that the mean is significantly different. We also have several outliers telling us that the distribution is not normal. </a:t>
            </a:r>
          </a:p>
        </p:txBody>
      </p:sp>
      <p:sp>
        <p:nvSpPr>
          <p:cNvPr id="4" name="Slide Number Placeholder 3"/>
          <p:cNvSpPr>
            <a:spLocks noGrp="1"/>
          </p:cNvSpPr>
          <p:nvPr>
            <p:ph type="sldNum" sz="quarter" idx="5"/>
          </p:nvPr>
        </p:nvSpPr>
        <p:spPr/>
        <p:txBody>
          <a:bodyPr/>
          <a:lstStyle/>
          <a:p>
            <a:fld id="{ADFE266C-A3B2-4544-B5C0-FC2904338557}" type="slidenum">
              <a:rPr lang="en-US"/>
              <a:t>6</a:t>
            </a:fld>
            <a:endParaRPr lang="en-US"/>
          </a:p>
        </p:txBody>
      </p:sp>
    </p:spTree>
    <p:extLst>
      <p:ext uri="{BB962C8B-B14F-4D97-AF65-F5344CB8AC3E}">
        <p14:creationId xmlns:p14="http://schemas.microsoft.com/office/powerpoint/2010/main" val="41065578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Nandini</a:t>
            </a:r>
          </a:p>
          <a:p>
            <a:r>
              <a:rPr lang="en-US">
                <a:ea typeface="Calibri"/>
                <a:cs typeface="Calibri"/>
              </a:rPr>
              <a:t>For our null hypothesis, we are stating if the means for the selected input variables are equal to each other. </a:t>
            </a:r>
          </a:p>
          <a:p>
            <a:r>
              <a:rPr lang="en-US">
                <a:ea typeface="Calibri"/>
                <a:cs typeface="Calibri"/>
              </a:rPr>
              <a:t>Here we can see summary reports for the testing variable when Free/Reduced Lunch is equal to 1. We can see that these 3 reports have no outliers.</a:t>
            </a:r>
          </a:p>
          <a:p>
            <a:r>
              <a:rPr lang="en-US">
                <a:ea typeface="Calibri"/>
                <a:cs typeface="Calibri"/>
              </a:rPr>
              <a:t>However, since the p-values are greater that 0.05, we fail to reject the null hypothesis and state that the means are not significantly different to each other.</a:t>
            </a:r>
          </a:p>
          <a:p>
            <a:endParaRPr lang="en-US">
              <a:ea typeface="Calibri"/>
              <a:cs typeface="Calibri"/>
            </a:endParaRPr>
          </a:p>
        </p:txBody>
      </p:sp>
      <p:sp>
        <p:nvSpPr>
          <p:cNvPr id="4" name="Slide Number Placeholder 3"/>
          <p:cNvSpPr>
            <a:spLocks noGrp="1"/>
          </p:cNvSpPr>
          <p:nvPr>
            <p:ph type="sldNum" sz="quarter" idx="5"/>
          </p:nvPr>
        </p:nvSpPr>
        <p:spPr/>
        <p:txBody>
          <a:bodyPr/>
          <a:lstStyle/>
          <a:p>
            <a:fld id="{ADFE266C-A3B2-4544-B5C0-FC2904338557}" type="slidenum">
              <a:t>12</a:t>
            </a:fld>
            <a:endParaRPr lang="en-US"/>
          </a:p>
        </p:txBody>
      </p:sp>
    </p:spTree>
    <p:extLst>
      <p:ext uri="{BB962C8B-B14F-4D97-AF65-F5344CB8AC3E}">
        <p14:creationId xmlns:p14="http://schemas.microsoft.com/office/powerpoint/2010/main" val="20970858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Nandini</a:t>
            </a:r>
          </a:p>
          <a:p>
            <a:r>
              <a:rPr lang="en-US">
                <a:ea typeface="Calibri"/>
                <a:cs typeface="Calibri"/>
              </a:rPr>
              <a:t>When Free/Reduced Lunch is equal to 2, we can see that there is only 1 histogram that shows an outlier when Student Days Absent is equals to 1. </a:t>
            </a:r>
          </a:p>
          <a:p>
            <a:r>
              <a:rPr lang="en-US">
                <a:ea typeface="Calibri"/>
                <a:cs typeface="Calibri"/>
              </a:rPr>
              <a:t>However, only when Student Days Absent is equal is 2 is when the p-value is less than 0.05. Hence, we continue to fail reject the null hypothesis.</a:t>
            </a:r>
          </a:p>
        </p:txBody>
      </p:sp>
      <p:sp>
        <p:nvSpPr>
          <p:cNvPr id="4" name="Slide Number Placeholder 3"/>
          <p:cNvSpPr>
            <a:spLocks noGrp="1"/>
          </p:cNvSpPr>
          <p:nvPr>
            <p:ph type="sldNum" sz="quarter" idx="5"/>
          </p:nvPr>
        </p:nvSpPr>
        <p:spPr/>
        <p:txBody>
          <a:bodyPr/>
          <a:lstStyle/>
          <a:p>
            <a:fld id="{ADFE266C-A3B2-4544-B5C0-FC2904338557}" type="slidenum">
              <a:t>13</a:t>
            </a:fld>
            <a:endParaRPr lang="en-US"/>
          </a:p>
        </p:txBody>
      </p:sp>
    </p:spTree>
    <p:extLst>
      <p:ext uri="{BB962C8B-B14F-4D97-AF65-F5344CB8AC3E}">
        <p14:creationId xmlns:p14="http://schemas.microsoft.com/office/powerpoint/2010/main" val="11959734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Nandini</a:t>
            </a:r>
          </a:p>
          <a:p>
            <a:r>
              <a:rPr lang="en-US">
                <a:ea typeface="Calibri"/>
                <a:cs typeface="Calibri"/>
              </a:rPr>
              <a:t>When Free/Reduced Lunch is 3, we find outliers when the Days Absent is 1, 2 and 4. And p-values are less than 0.05 when Days Absent are 2,3 and 4. </a:t>
            </a:r>
          </a:p>
        </p:txBody>
      </p:sp>
      <p:sp>
        <p:nvSpPr>
          <p:cNvPr id="4" name="Slide Number Placeholder 3"/>
          <p:cNvSpPr>
            <a:spLocks noGrp="1"/>
          </p:cNvSpPr>
          <p:nvPr>
            <p:ph type="sldNum" sz="quarter" idx="5"/>
          </p:nvPr>
        </p:nvSpPr>
        <p:spPr/>
        <p:txBody>
          <a:bodyPr/>
          <a:lstStyle/>
          <a:p>
            <a:fld id="{ADFE266C-A3B2-4544-B5C0-FC2904338557}" type="slidenum">
              <a:t>14</a:t>
            </a:fld>
            <a:endParaRPr lang="en-US"/>
          </a:p>
        </p:txBody>
      </p:sp>
    </p:spTree>
    <p:extLst>
      <p:ext uri="{BB962C8B-B14F-4D97-AF65-F5344CB8AC3E}">
        <p14:creationId xmlns:p14="http://schemas.microsoft.com/office/powerpoint/2010/main" val="9448556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Nandini</a:t>
            </a:r>
          </a:p>
        </p:txBody>
      </p:sp>
      <p:sp>
        <p:nvSpPr>
          <p:cNvPr id="4" name="Slide Number Placeholder 3"/>
          <p:cNvSpPr>
            <a:spLocks noGrp="1"/>
          </p:cNvSpPr>
          <p:nvPr>
            <p:ph type="sldNum" sz="quarter" idx="5"/>
          </p:nvPr>
        </p:nvSpPr>
        <p:spPr/>
        <p:txBody>
          <a:bodyPr/>
          <a:lstStyle/>
          <a:p>
            <a:fld id="{ADFE266C-A3B2-4544-B5C0-FC2904338557}" type="slidenum">
              <a:t>15</a:t>
            </a:fld>
            <a:endParaRPr lang="en-US"/>
          </a:p>
        </p:txBody>
      </p:sp>
    </p:spTree>
    <p:extLst>
      <p:ext uri="{BB962C8B-B14F-4D97-AF65-F5344CB8AC3E}">
        <p14:creationId xmlns:p14="http://schemas.microsoft.com/office/powerpoint/2010/main" val="13964328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Nandini</a:t>
            </a:r>
          </a:p>
          <a:p>
            <a:r>
              <a:rPr lang="en-US">
                <a:ea typeface="Calibri"/>
                <a:cs typeface="Calibri"/>
              </a:rPr>
              <a:t>4 out of 13 of these reports shows an outlier and 4 of 13 show p-value are less than 0.05. overall since the majority of the p-values are greater than 0.05, we fail to reject the null hypothesis and state the means are not equal to each other. </a:t>
            </a:r>
            <a:endParaRPr lang="en-US"/>
          </a:p>
        </p:txBody>
      </p:sp>
      <p:sp>
        <p:nvSpPr>
          <p:cNvPr id="4" name="Slide Number Placeholder 3"/>
          <p:cNvSpPr>
            <a:spLocks noGrp="1"/>
          </p:cNvSpPr>
          <p:nvPr>
            <p:ph type="sldNum" sz="quarter" idx="5"/>
          </p:nvPr>
        </p:nvSpPr>
        <p:spPr/>
        <p:txBody>
          <a:bodyPr/>
          <a:lstStyle/>
          <a:p>
            <a:fld id="{ADFE266C-A3B2-4544-B5C0-FC2904338557}" type="slidenum">
              <a:t>16</a:t>
            </a:fld>
            <a:endParaRPr lang="en-US"/>
          </a:p>
        </p:txBody>
      </p:sp>
    </p:spTree>
    <p:extLst>
      <p:ext uri="{BB962C8B-B14F-4D97-AF65-F5344CB8AC3E}">
        <p14:creationId xmlns:p14="http://schemas.microsoft.com/office/powerpoint/2010/main" val="25458913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a:t>Isaiah</a:t>
            </a:r>
            <a:endParaRPr lang="en-US"/>
          </a:p>
        </p:txBody>
      </p:sp>
      <p:sp>
        <p:nvSpPr>
          <p:cNvPr id="4" name="Slide Number Placeholder 3"/>
          <p:cNvSpPr>
            <a:spLocks noGrp="1"/>
          </p:cNvSpPr>
          <p:nvPr>
            <p:ph type="sldNum" sz="quarter" idx="5"/>
          </p:nvPr>
        </p:nvSpPr>
        <p:spPr/>
        <p:txBody>
          <a:bodyPr/>
          <a:lstStyle/>
          <a:p>
            <a:fld id="{ADFE266C-A3B2-4544-B5C0-FC2904338557}" type="slidenum">
              <a:rPr lang="en-US"/>
              <a:t>17</a:t>
            </a:fld>
            <a:endParaRPr lang="en-US"/>
          </a:p>
        </p:txBody>
      </p:sp>
    </p:spTree>
    <p:extLst>
      <p:ext uri="{BB962C8B-B14F-4D97-AF65-F5344CB8AC3E}">
        <p14:creationId xmlns:p14="http://schemas.microsoft.com/office/powerpoint/2010/main" val="8493984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a:t>Isaiah</a:t>
            </a:r>
            <a:endParaRPr lang="en-US"/>
          </a:p>
        </p:txBody>
      </p:sp>
      <p:sp>
        <p:nvSpPr>
          <p:cNvPr id="4" name="Slide Number Placeholder 3"/>
          <p:cNvSpPr>
            <a:spLocks noGrp="1"/>
          </p:cNvSpPr>
          <p:nvPr>
            <p:ph type="sldNum" sz="quarter" idx="5"/>
          </p:nvPr>
        </p:nvSpPr>
        <p:spPr/>
        <p:txBody>
          <a:bodyPr/>
          <a:lstStyle/>
          <a:p>
            <a:fld id="{ADFE266C-A3B2-4544-B5C0-FC2904338557}" type="slidenum">
              <a:rPr lang="en-US"/>
              <a:t>18</a:t>
            </a:fld>
            <a:endParaRPr lang="en-US"/>
          </a:p>
        </p:txBody>
      </p:sp>
    </p:spTree>
    <p:extLst>
      <p:ext uri="{BB962C8B-B14F-4D97-AF65-F5344CB8AC3E}">
        <p14:creationId xmlns:p14="http://schemas.microsoft.com/office/powerpoint/2010/main" val="17534878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a:t>Isaiah</a:t>
            </a:r>
            <a:endParaRPr lang="en-US"/>
          </a:p>
        </p:txBody>
      </p:sp>
      <p:sp>
        <p:nvSpPr>
          <p:cNvPr id="4" name="Slide Number Placeholder 3"/>
          <p:cNvSpPr>
            <a:spLocks noGrp="1"/>
          </p:cNvSpPr>
          <p:nvPr>
            <p:ph type="sldNum" sz="quarter" idx="5"/>
          </p:nvPr>
        </p:nvSpPr>
        <p:spPr/>
        <p:txBody>
          <a:bodyPr/>
          <a:lstStyle/>
          <a:p>
            <a:fld id="{ADFE266C-A3B2-4544-B5C0-FC2904338557}" type="slidenum">
              <a:rPr lang="en-US"/>
              <a:t>19</a:t>
            </a:fld>
            <a:endParaRPr lang="en-US"/>
          </a:p>
        </p:txBody>
      </p:sp>
    </p:spTree>
    <p:extLst>
      <p:ext uri="{BB962C8B-B14F-4D97-AF65-F5344CB8AC3E}">
        <p14:creationId xmlns:p14="http://schemas.microsoft.com/office/powerpoint/2010/main" val="15469969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a:t>Isaiah</a:t>
            </a:r>
            <a:endParaRPr lang="en-US"/>
          </a:p>
        </p:txBody>
      </p:sp>
      <p:sp>
        <p:nvSpPr>
          <p:cNvPr id="4" name="Slide Number Placeholder 3"/>
          <p:cNvSpPr>
            <a:spLocks noGrp="1"/>
          </p:cNvSpPr>
          <p:nvPr>
            <p:ph type="sldNum" sz="quarter" idx="5"/>
          </p:nvPr>
        </p:nvSpPr>
        <p:spPr/>
        <p:txBody>
          <a:bodyPr/>
          <a:lstStyle/>
          <a:p>
            <a:fld id="{ADFE266C-A3B2-4544-B5C0-FC2904338557}" type="slidenum">
              <a:rPr lang="en-US"/>
              <a:t>20</a:t>
            </a:fld>
            <a:endParaRPr lang="en-US"/>
          </a:p>
        </p:txBody>
      </p:sp>
    </p:spTree>
    <p:extLst>
      <p:ext uri="{BB962C8B-B14F-4D97-AF65-F5344CB8AC3E}">
        <p14:creationId xmlns:p14="http://schemas.microsoft.com/office/powerpoint/2010/main" val="18585942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a:t>Isaiah</a:t>
            </a:r>
            <a:endParaRPr lang="en-US"/>
          </a:p>
        </p:txBody>
      </p:sp>
      <p:sp>
        <p:nvSpPr>
          <p:cNvPr id="4" name="Slide Number Placeholder 3"/>
          <p:cNvSpPr>
            <a:spLocks noGrp="1"/>
          </p:cNvSpPr>
          <p:nvPr>
            <p:ph type="sldNum" sz="quarter" idx="5"/>
          </p:nvPr>
        </p:nvSpPr>
        <p:spPr/>
        <p:txBody>
          <a:bodyPr/>
          <a:lstStyle/>
          <a:p>
            <a:fld id="{ADFE266C-A3B2-4544-B5C0-FC2904338557}" type="slidenum">
              <a:rPr lang="en-US"/>
              <a:t>21</a:t>
            </a:fld>
            <a:endParaRPr lang="en-US"/>
          </a:p>
        </p:txBody>
      </p:sp>
    </p:spTree>
    <p:extLst>
      <p:ext uri="{BB962C8B-B14F-4D97-AF65-F5344CB8AC3E}">
        <p14:creationId xmlns:p14="http://schemas.microsoft.com/office/powerpoint/2010/main" val="19050938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Leonard</a:t>
            </a:r>
          </a:p>
          <a:p>
            <a:r>
              <a:rPr lang="en-US">
                <a:solidFill>
                  <a:srgbClr val="000000"/>
                </a:solidFill>
              </a:rPr>
              <a:t>A p-value (probability value) </a:t>
            </a:r>
            <a:r>
              <a:rPr lang="en-US">
                <a:solidFill>
                  <a:srgbClr val="001D35"/>
                </a:solidFill>
              </a:rPr>
              <a:t>measures the strength of evidence against the null hypothesis</a:t>
            </a:r>
            <a:endParaRPr lang="en-US"/>
          </a:p>
          <a:p>
            <a:r>
              <a:rPr lang="en-US">
                <a:solidFill>
                  <a:srgbClr val="000000"/>
                </a:solidFill>
              </a:rPr>
              <a:t>F-Statistic - </a:t>
            </a:r>
            <a:r>
              <a:rPr lang="en-US">
                <a:solidFill>
                  <a:srgbClr val="001D35"/>
                </a:solidFill>
              </a:rPr>
              <a:t> determine if the means of different groups are significantly different</a:t>
            </a:r>
            <a:endParaRPr lang="en-US"/>
          </a:p>
          <a:p>
            <a:r>
              <a:rPr lang="en-US">
                <a:highlight>
                  <a:srgbClr val="FFFFFF"/>
                </a:highlight>
                <a:hlinkClick r:id="rId3">
                  <a:extLst>
                    <a:ext uri="{A12FA001-AC4F-418D-AE19-62706E023703}">
                      <ahyp:hlinkClr xmlns:ahyp="http://schemas.microsoft.com/office/drawing/2018/hyperlinkcolor" val="tx"/>
                    </a:ext>
                  </a:extLst>
                </a:hlinkClick>
              </a:rPr>
              <a:t>Variance Inflation Facto</a:t>
            </a:r>
            <a:r>
              <a:rPr lang="en-US" u="sng">
                <a:solidFill>
                  <a:srgbClr val="E46153"/>
                </a:solidFill>
                <a:highlight>
                  <a:srgbClr val="FFFFFF"/>
                </a:highlight>
                <a:hlinkClick r:id="rId3">
                  <a:extLst>
                    <a:ext uri="{A12FA001-AC4F-418D-AE19-62706E023703}">
                      <ahyp:hlinkClr xmlns:ahyp="http://schemas.microsoft.com/office/drawing/2018/hyperlinkcolor" val="tx"/>
                    </a:ext>
                  </a:extLst>
                </a:hlinkClick>
              </a:rPr>
              <a:t>r</a:t>
            </a:r>
            <a:r>
              <a:rPr lang="en-US">
                <a:solidFill>
                  <a:srgbClr val="0A0A0A"/>
                </a:solidFill>
                <a:highlight>
                  <a:srgbClr val="FFFFFF"/>
                </a:highlight>
              </a:rPr>
              <a:t> (VIF) is a statistical metric used in regression analysis to measure the severity of multicollinearity—how much the variance of an estimated regression coefficient is increased due to collinearity with other predictors.</a:t>
            </a:r>
          </a:p>
          <a:p>
            <a:r>
              <a:rPr lang="en-US">
                <a:solidFill>
                  <a:srgbClr val="0A0A0A"/>
                </a:solidFill>
                <a:highlight>
                  <a:srgbClr val="FFFFFF"/>
                </a:highlight>
              </a:rPr>
              <a:t>Collinearity refers to </a:t>
            </a:r>
            <a:r>
              <a:rPr lang="en-US">
                <a:solidFill>
                  <a:srgbClr val="001D35"/>
                </a:solidFill>
                <a:highlight>
                  <a:srgbClr val="FFFFFF"/>
                </a:highlight>
              </a:rPr>
              <a:t>a situation in regression analysis where independent variables (predictors) are highly correlated with each other</a:t>
            </a:r>
          </a:p>
          <a:p>
            <a:r>
              <a:rPr lang="en-US">
                <a:solidFill>
                  <a:srgbClr val="0A0A0A"/>
                </a:solidFill>
                <a:highlight>
                  <a:srgbClr val="FFFFFF"/>
                </a:highlight>
              </a:rPr>
              <a:t>A VIF of 1 indicates no correlation, while values &gt;5–10 indicate high multicollinearity</a:t>
            </a:r>
            <a:endParaRPr lang="en-US">
              <a:solidFill>
                <a:srgbClr val="000000"/>
              </a:solidFill>
              <a:highlight>
                <a:srgbClr val="FFFFFF"/>
              </a:highlight>
            </a:endParaRPr>
          </a:p>
          <a:p>
            <a:endParaRPr lang="en-US">
              <a:solidFill>
                <a:srgbClr val="001D35"/>
              </a:solidFill>
              <a:highlight>
                <a:srgbClr val="FFFFFF"/>
              </a:highlight>
              <a:ea typeface="Calibri"/>
              <a:cs typeface="Calibri"/>
            </a:endParaRPr>
          </a:p>
        </p:txBody>
      </p:sp>
      <p:sp>
        <p:nvSpPr>
          <p:cNvPr id="4" name="Slide Number Placeholder 3"/>
          <p:cNvSpPr>
            <a:spLocks noGrp="1"/>
          </p:cNvSpPr>
          <p:nvPr>
            <p:ph type="sldNum" sz="quarter" idx="5"/>
          </p:nvPr>
        </p:nvSpPr>
        <p:spPr/>
        <p:txBody>
          <a:bodyPr/>
          <a:lstStyle/>
          <a:p>
            <a:fld id="{ADFE266C-A3B2-4544-B5C0-FC2904338557}" type="slidenum">
              <a:rPr lang="en-US"/>
              <a:t>22</a:t>
            </a:fld>
            <a:endParaRPr lang="en-US"/>
          </a:p>
        </p:txBody>
      </p:sp>
    </p:spTree>
    <p:extLst>
      <p:ext uri="{BB962C8B-B14F-4D97-AF65-F5344CB8AC3E}">
        <p14:creationId xmlns:p14="http://schemas.microsoft.com/office/powerpoint/2010/main" val="31555463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Leonard</a:t>
            </a:r>
          </a:p>
          <a:p>
            <a:r>
              <a:rPr lang="en-US">
                <a:ea typeface="Calibri"/>
                <a:cs typeface="Calibri"/>
              </a:rPr>
              <a:t>Gender and Zip Code removed from second chart</a:t>
            </a:r>
          </a:p>
          <a:p>
            <a:endParaRPr lang="en-US">
              <a:solidFill>
                <a:srgbClr val="001D35"/>
              </a:solidFill>
              <a:highlight>
                <a:srgbClr val="FFFFFF"/>
              </a:highlight>
              <a:ea typeface="Calibri"/>
              <a:cs typeface="Calibri"/>
            </a:endParaRPr>
          </a:p>
        </p:txBody>
      </p:sp>
      <p:sp>
        <p:nvSpPr>
          <p:cNvPr id="4" name="Slide Number Placeholder 3"/>
          <p:cNvSpPr>
            <a:spLocks noGrp="1"/>
          </p:cNvSpPr>
          <p:nvPr>
            <p:ph type="sldNum" sz="quarter" idx="5"/>
          </p:nvPr>
        </p:nvSpPr>
        <p:spPr/>
        <p:txBody>
          <a:bodyPr/>
          <a:lstStyle/>
          <a:p>
            <a:fld id="{ADFE266C-A3B2-4544-B5C0-FC2904338557}" type="slidenum">
              <a:rPr lang="en-US"/>
              <a:t>23</a:t>
            </a:fld>
            <a:endParaRPr lang="en-US"/>
          </a:p>
        </p:txBody>
      </p:sp>
    </p:spTree>
    <p:extLst>
      <p:ext uri="{BB962C8B-B14F-4D97-AF65-F5344CB8AC3E}">
        <p14:creationId xmlns:p14="http://schemas.microsoft.com/office/powerpoint/2010/main" val="13228516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Leonard</a:t>
            </a:r>
          </a:p>
        </p:txBody>
      </p:sp>
      <p:sp>
        <p:nvSpPr>
          <p:cNvPr id="4" name="Slide Number Placeholder 3"/>
          <p:cNvSpPr>
            <a:spLocks noGrp="1"/>
          </p:cNvSpPr>
          <p:nvPr>
            <p:ph type="sldNum" sz="quarter" idx="5"/>
          </p:nvPr>
        </p:nvSpPr>
        <p:spPr/>
        <p:txBody>
          <a:bodyPr/>
          <a:lstStyle/>
          <a:p>
            <a:fld id="{ADFE266C-A3B2-4544-B5C0-FC2904338557}" type="slidenum">
              <a:rPr lang="en-US"/>
              <a:t>24</a:t>
            </a:fld>
            <a:endParaRPr lang="en-US"/>
          </a:p>
        </p:txBody>
      </p:sp>
    </p:spTree>
    <p:extLst>
      <p:ext uri="{BB962C8B-B14F-4D97-AF65-F5344CB8AC3E}">
        <p14:creationId xmlns:p14="http://schemas.microsoft.com/office/powerpoint/2010/main" val="221377774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Leonard</a:t>
            </a:r>
          </a:p>
        </p:txBody>
      </p:sp>
      <p:sp>
        <p:nvSpPr>
          <p:cNvPr id="4" name="Slide Number Placeholder 3"/>
          <p:cNvSpPr>
            <a:spLocks noGrp="1"/>
          </p:cNvSpPr>
          <p:nvPr>
            <p:ph type="sldNum" sz="quarter" idx="5"/>
          </p:nvPr>
        </p:nvSpPr>
        <p:spPr/>
        <p:txBody>
          <a:bodyPr/>
          <a:lstStyle/>
          <a:p>
            <a:fld id="{ADFE266C-A3B2-4544-B5C0-FC2904338557}" type="slidenum">
              <a:rPr lang="en-US"/>
              <a:t>25</a:t>
            </a:fld>
            <a:endParaRPr lang="en-US"/>
          </a:p>
        </p:txBody>
      </p:sp>
    </p:spTree>
    <p:extLst>
      <p:ext uri="{BB962C8B-B14F-4D97-AF65-F5344CB8AC3E}">
        <p14:creationId xmlns:p14="http://schemas.microsoft.com/office/powerpoint/2010/main" val="135446005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a:t>Isaiah</a:t>
            </a:r>
            <a:endParaRPr lang="en-US"/>
          </a:p>
        </p:txBody>
      </p:sp>
      <p:sp>
        <p:nvSpPr>
          <p:cNvPr id="4" name="Slide Number Placeholder 3"/>
          <p:cNvSpPr>
            <a:spLocks noGrp="1"/>
          </p:cNvSpPr>
          <p:nvPr>
            <p:ph type="sldNum" sz="quarter" idx="5"/>
          </p:nvPr>
        </p:nvSpPr>
        <p:spPr/>
        <p:txBody>
          <a:bodyPr/>
          <a:lstStyle/>
          <a:p>
            <a:fld id="{ADFE266C-A3B2-4544-B5C0-FC2904338557}" type="slidenum">
              <a:rPr lang="en-US"/>
              <a:t>26</a:t>
            </a:fld>
            <a:endParaRPr lang="en-US"/>
          </a:p>
        </p:txBody>
      </p:sp>
    </p:spTree>
    <p:extLst>
      <p:ext uri="{BB962C8B-B14F-4D97-AF65-F5344CB8AC3E}">
        <p14:creationId xmlns:p14="http://schemas.microsoft.com/office/powerpoint/2010/main" val="133701035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a:t>Isaiah</a:t>
            </a:r>
            <a:endParaRPr lang="en-US"/>
          </a:p>
        </p:txBody>
      </p:sp>
      <p:sp>
        <p:nvSpPr>
          <p:cNvPr id="4" name="Slide Number Placeholder 3"/>
          <p:cNvSpPr>
            <a:spLocks noGrp="1"/>
          </p:cNvSpPr>
          <p:nvPr>
            <p:ph type="sldNum" sz="quarter" idx="5"/>
          </p:nvPr>
        </p:nvSpPr>
        <p:spPr/>
        <p:txBody>
          <a:bodyPr/>
          <a:lstStyle/>
          <a:p>
            <a:fld id="{ADFE266C-A3B2-4544-B5C0-FC2904338557}" type="slidenum">
              <a:rPr lang="en-US"/>
              <a:t>27</a:t>
            </a:fld>
            <a:endParaRPr lang="en-US"/>
          </a:p>
        </p:txBody>
      </p:sp>
    </p:spTree>
    <p:extLst>
      <p:ext uri="{BB962C8B-B14F-4D97-AF65-F5344CB8AC3E}">
        <p14:creationId xmlns:p14="http://schemas.microsoft.com/office/powerpoint/2010/main" val="118797509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a:t>Isaiah</a:t>
            </a:r>
            <a:endParaRPr lang="en-US"/>
          </a:p>
        </p:txBody>
      </p:sp>
      <p:sp>
        <p:nvSpPr>
          <p:cNvPr id="4" name="Slide Number Placeholder 3"/>
          <p:cNvSpPr>
            <a:spLocks noGrp="1"/>
          </p:cNvSpPr>
          <p:nvPr>
            <p:ph type="sldNum" sz="quarter" idx="5"/>
          </p:nvPr>
        </p:nvSpPr>
        <p:spPr/>
        <p:txBody>
          <a:bodyPr/>
          <a:lstStyle/>
          <a:p>
            <a:fld id="{ADFE266C-A3B2-4544-B5C0-FC2904338557}" type="slidenum">
              <a:rPr lang="en-US"/>
              <a:t>28</a:t>
            </a:fld>
            <a:endParaRPr lang="en-US"/>
          </a:p>
        </p:txBody>
      </p:sp>
    </p:spTree>
    <p:extLst>
      <p:ext uri="{BB962C8B-B14F-4D97-AF65-F5344CB8AC3E}">
        <p14:creationId xmlns:p14="http://schemas.microsoft.com/office/powerpoint/2010/main" val="235154580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a:t>Isaiah</a:t>
            </a:r>
            <a:endParaRPr lang="en-US"/>
          </a:p>
        </p:txBody>
      </p:sp>
      <p:sp>
        <p:nvSpPr>
          <p:cNvPr id="4" name="Slide Number Placeholder 3"/>
          <p:cNvSpPr>
            <a:spLocks noGrp="1"/>
          </p:cNvSpPr>
          <p:nvPr>
            <p:ph type="sldNum" sz="quarter" idx="5"/>
          </p:nvPr>
        </p:nvSpPr>
        <p:spPr/>
        <p:txBody>
          <a:bodyPr/>
          <a:lstStyle/>
          <a:p>
            <a:fld id="{ADFE266C-A3B2-4544-B5C0-FC2904338557}" type="slidenum">
              <a:rPr lang="en-US"/>
              <a:t>29</a:t>
            </a:fld>
            <a:endParaRPr lang="en-US"/>
          </a:p>
        </p:txBody>
      </p:sp>
    </p:spTree>
    <p:extLst>
      <p:ext uri="{BB962C8B-B14F-4D97-AF65-F5344CB8AC3E}">
        <p14:creationId xmlns:p14="http://schemas.microsoft.com/office/powerpoint/2010/main" val="374685956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Melisha</a:t>
            </a:r>
          </a:p>
        </p:txBody>
      </p:sp>
      <p:sp>
        <p:nvSpPr>
          <p:cNvPr id="4" name="Slide Number Placeholder 3"/>
          <p:cNvSpPr>
            <a:spLocks noGrp="1"/>
          </p:cNvSpPr>
          <p:nvPr>
            <p:ph type="sldNum" sz="quarter" idx="5"/>
          </p:nvPr>
        </p:nvSpPr>
        <p:spPr/>
        <p:txBody>
          <a:bodyPr/>
          <a:lstStyle/>
          <a:p>
            <a:fld id="{ADFE266C-A3B2-4544-B5C0-FC2904338557}" type="slidenum">
              <a:rPr lang="en-US"/>
              <a:t>30</a:t>
            </a:fld>
            <a:endParaRPr lang="en-US"/>
          </a:p>
        </p:txBody>
      </p:sp>
    </p:spTree>
    <p:extLst>
      <p:ext uri="{BB962C8B-B14F-4D97-AF65-F5344CB8AC3E}">
        <p14:creationId xmlns:p14="http://schemas.microsoft.com/office/powerpoint/2010/main" val="317884481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5185BB-8B07-4DC9-86F3-2A225C77748D}"/>
              </a:ext>
            </a:extLst>
          </p:cNvPr>
          <p:cNvSpPr>
            <a:spLocks noGrp="1"/>
          </p:cNvSpPr>
          <p:nvPr>
            <p:ph type="ctrTitle"/>
          </p:nvPr>
        </p:nvSpPr>
        <p:spPr>
          <a:xfrm>
            <a:off x="1600200" y="1261872"/>
            <a:ext cx="7638222" cy="2852928"/>
          </a:xfrm>
        </p:spPr>
        <p:txBody>
          <a:bodyPr anchor="b">
            <a:normAutofit/>
          </a:bodyPr>
          <a:lstStyle>
            <a:lvl1pPr algn="l">
              <a:lnSpc>
                <a:spcPct val="130000"/>
              </a:lnSpc>
              <a:defRPr sz="3600" spc="1300" baseline="0"/>
            </a:lvl1pPr>
          </a:lstStyle>
          <a:p>
            <a:r>
              <a:rPr lang="en-US"/>
              <a:t>Click to edit Master title style</a:t>
            </a:r>
          </a:p>
        </p:txBody>
      </p:sp>
      <p:sp>
        <p:nvSpPr>
          <p:cNvPr id="3" name="Subtitle 2">
            <a:extLst>
              <a:ext uri="{FF2B5EF4-FFF2-40B4-BE49-F238E27FC236}">
                <a16:creationId xmlns:a16="http://schemas.microsoft.com/office/drawing/2014/main" id="{514D496A-6E7A-4923-8ED5-B4164125DEB6}"/>
              </a:ext>
            </a:extLst>
          </p:cNvPr>
          <p:cNvSpPr>
            <a:spLocks noGrp="1"/>
          </p:cNvSpPr>
          <p:nvPr>
            <p:ph type="subTitle" idx="1"/>
          </p:nvPr>
        </p:nvSpPr>
        <p:spPr>
          <a:xfrm>
            <a:off x="1600200" y="4681728"/>
            <a:ext cx="7638222" cy="929296"/>
          </a:xfrm>
          <a:prstGeom prst="rect">
            <a:avLst/>
          </a:prstGeom>
        </p:spPr>
        <p:txBody>
          <a:bodyPr>
            <a:normAutofit/>
          </a:bodyPr>
          <a:lstStyle>
            <a:lvl1pPr marL="0" indent="0" algn="l">
              <a:lnSpc>
                <a:spcPct val="130000"/>
              </a:lnSpc>
              <a:buNone/>
              <a:defRPr sz="1600" b="1" cap="all" spc="600" baseline="0"/>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F5E3D20-43DC-4C14-8CFF-18545AED1B5B}"/>
              </a:ext>
            </a:extLst>
          </p:cNvPr>
          <p:cNvSpPr>
            <a:spLocks noGrp="1"/>
          </p:cNvSpPr>
          <p:nvPr>
            <p:ph type="dt" sz="half" idx="10"/>
          </p:nvPr>
        </p:nvSpPr>
        <p:spPr/>
        <p:txBody>
          <a:bodyPr/>
          <a:lstStyle/>
          <a:p>
            <a:fld id="{7CC70CF7-838D-41F7-9297-B5F83BDCEB13}" type="datetimeFigureOut">
              <a:rPr lang="en-US" dirty="0"/>
              <a:t>3/3/2026</a:t>
            </a:fld>
            <a:endParaRPr lang="en-US"/>
          </a:p>
        </p:txBody>
      </p:sp>
      <p:sp>
        <p:nvSpPr>
          <p:cNvPr id="5" name="Footer Placeholder 4">
            <a:extLst>
              <a:ext uri="{FF2B5EF4-FFF2-40B4-BE49-F238E27FC236}">
                <a16:creationId xmlns:a16="http://schemas.microsoft.com/office/drawing/2014/main" id="{E34FC300-5AFC-418B-85FD-EFA94BD7AF4C}"/>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F69C7E81-ED3C-4DB0-8E74-AD2A87E6BE8A}"/>
              </a:ext>
            </a:extLst>
          </p:cNvPr>
          <p:cNvSpPr>
            <a:spLocks noGrp="1"/>
          </p:cNvSpPr>
          <p:nvPr>
            <p:ph type="sldNum" sz="quarter" idx="12"/>
          </p:nvPr>
        </p:nvSpPr>
        <p:spPr/>
        <p:txBody>
          <a:bodyPr/>
          <a:lstStyle/>
          <a:p>
            <a:fld id="{8DFDE724-0293-4953-AE9D-4D814FA589B0}" type="slidenum">
              <a:rPr lang="en-US" dirty="0"/>
              <a:t>‹#›</a:t>
            </a:fld>
            <a:endParaRPr lang="en-US"/>
          </a:p>
        </p:txBody>
      </p:sp>
      <p:grpSp>
        <p:nvGrpSpPr>
          <p:cNvPr id="7" name="Group 6">
            <a:extLst>
              <a:ext uri="{FF2B5EF4-FFF2-40B4-BE49-F238E27FC236}">
                <a16:creationId xmlns:a16="http://schemas.microsoft.com/office/drawing/2014/main" id="{F0C817C9-850F-4FB6-B93B-CF3076C4A5C1}"/>
              </a:ext>
            </a:extLst>
          </p:cNvPr>
          <p:cNvGrpSpPr/>
          <p:nvPr/>
        </p:nvGrpSpPr>
        <p:grpSpPr>
          <a:xfrm flipH="1">
            <a:off x="0" y="0"/>
            <a:ext cx="567782" cy="3306479"/>
            <a:chOff x="11619770" y="-2005"/>
            <a:chExt cx="567782" cy="3306479"/>
          </a:xfrm>
        </p:grpSpPr>
        <p:sp>
          <p:nvSpPr>
            <p:cNvPr id="8" name="Freeform: Shape 7">
              <a:extLst>
                <a:ext uri="{FF2B5EF4-FFF2-40B4-BE49-F238E27FC236}">
                  <a16:creationId xmlns:a16="http://schemas.microsoft.com/office/drawing/2014/main" id="{159433A8-B67D-4675-AFDE-131069A709FC}"/>
                </a:ext>
              </a:extLst>
            </p:cNvPr>
            <p:cNvSpPr/>
            <p:nvPr/>
          </p:nvSpPr>
          <p:spPr>
            <a:xfrm flipV="1">
              <a:off x="11619770" y="373807"/>
              <a:ext cx="526228" cy="2930667"/>
            </a:xfrm>
            <a:custGeom>
              <a:avLst/>
              <a:gdLst/>
              <a:ahLst/>
              <a:cxnLst/>
              <a:rect l="l" t="t" r="r" b="b"/>
              <a:pathLst>
                <a:path w="757287" h="3694096">
                  <a:moveTo>
                    <a:pt x="757287" y="3694096"/>
                  </a:moveTo>
                  <a:lnTo>
                    <a:pt x="757287" y="0"/>
                  </a:lnTo>
                  <a:lnTo>
                    <a:pt x="0" y="0"/>
                  </a:lnTo>
                  <a:lnTo>
                    <a:pt x="0" y="3686094"/>
                  </a:lnTo>
                  <a:close/>
                </a:path>
              </a:pathLst>
            </a:custGeom>
            <a:blipFill dpi="0" rotWithShape="1">
              <a:blip r:embed="rId2">
                <a:extLst>
                  <a:ext uri="{96DAC541-7B7A-43D3-8B79-37D633B846F1}">
                    <asvg:svgBlip xmlns:asvg="http://schemas.microsoft.com/office/drawing/2016/SVG/main" r:embed="rId3"/>
                  </a:ext>
                </a:extLst>
              </a:blip>
              <a:srcRect/>
              <a:tile tx="0" ty="0" sx="6000" sy="6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a:extLst>
                <a:ext uri="{FF2B5EF4-FFF2-40B4-BE49-F238E27FC236}">
                  <a16:creationId xmlns:a16="http://schemas.microsoft.com/office/drawing/2014/main" id="{E1CD1C45-6A4D-4237-B39C-2D58F401A8C5}"/>
                </a:ext>
                <a:ext uri="{C183D7F6-B498-43B3-948B-1728B52AA6E4}">
                  <adec:decorative xmlns:adec="http://schemas.microsoft.com/office/drawing/2017/decorative" val="1"/>
                </a:ext>
              </a:extLst>
            </p:cNvPr>
            <p:cNvSpPr/>
            <p:nvPr/>
          </p:nvSpPr>
          <p:spPr>
            <a:xfrm flipH="1" flipV="1">
              <a:off x="11980943" y="-2005"/>
              <a:ext cx="206609" cy="20213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grpSp>
    </p:spTree>
    <p:extLst>
      <p:ext uri="{BB962C8B-B14F-4D97-AF65-F5344CB8AC3E}">
        <p14:creationId xmlns:p14="http://schemas.microsoft.com/office/powerpoint/2010/main" val="12575039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B25F8D-0421-4AEC-9C40-A13163EC8AF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2037680-115A-411F-AEF6-4AC2096B4A70}"/>
              </a:ext>
            </a:extLst>
          </p:cNvPr>
          <p:cNvSpPr>
            <a:spLocks noGrp="1"/>
          </p:cNvSpPr>
          <p:nvPr>
            <p:ph idx="1"/>
          </p:nvPr>
        </p:nvSpPr>
        <p:spPr>
          <a:xfrm>
            <a:off x="808662" y="2019299"/>
            <a:ext cx="10357666" cy="4114801"/>
          </a:xfrm>
          <a:prstGeom prst="rect">
            <a:avLst/>
          </a:prstGeo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0CC193-1304-4D0F-8331-14D4EC08EFE8}"/>
              </a:ext>
            </a:extLst>
          </p:cNvPr>
          <p:cNvSpPr>
            <a:spLocks noGrp="1"/>
          </p:cNvSpPr>
          <p:nvPr>
            <p:ph type="dt" sz="half" idx="10"/>
          </p:nvPr>
        </p:nvSpPr>
        <p:spPr/>
        <p:txBody>
          <a:bodyPr/>
          <a:lstStyle/>
          <a:p>
            <a:fld id="{254069DA-BCAC-469D-B81F-5CD529FD1EE6}" type="datetimeFigureOut">
              <a:rPr lang="en-US" dirty="0"/>
              <a:t>3/3/2026</a:t>
            </a:fld>
            <a:endParaRPr lang="en-US"/>
          </a:p>
        </p:txBody>
      </p:sp>
      <p:sp>
        <p:nvSpPr>
          <p:cNvPr id="5" name="Footer Placeholder 4">
            <a:extLst>
              <a:ext uri="{FF2B5EF4-FFF2-40B4-BE49-F238E27FC236}">
                <a16:creationId xmlns:a16="http://schemas.microsoft.com/office/drawing/2014/main" id="{0AF455C1-CD32-4050-BAFF-51CC6B62DFBB}"/>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500AF608-FF11-4CBE-B717-5D56AE67DDE1}"/>
              </a:ext>
            </a:extLst>
          </p:cNvPr>
          <p:cNvSpPr>
            <a:spLocks noGrp="1"/>
          </p:cNvSpPr>
          <p:nvPr>
            <p:ph type="sldNum" sz="quarter" idx="12"/>
          </p:nvPr>
        </p:nvSpPr>
        <p:spPr/>
        <p:txBody>
          <a:bodyPr/>
          <a:lstStyle/>
          <a:p>
            <a:fld id="{8DFDE724-0293-4953-AE9D-4D814FA589B0}" type="slidenum">
              <a:rPr lang="en-US" dirty="0"/>
              <a:t>‹#›</a:t>
            </a:fld>
            <a:endParaRPr lang="en-US"/>
          </a:p>
        </p:txBody>
      </p:sp>
    </p:spTree>
    <p:extLst>
      <p:ext uri="{BB962C8B-B14F-4D97-AF65-F5344CB8AC3E}">
        <p14:creationId xmlns:p14="http://schemas.microsoft.com/office/powerpoint/2010/main" val="24443640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8" name="Oval 7">
            <a:extLst>
              <a:ext uri="{FF2B5EF4-FFF2-40B4-BE49-F238E27FC236}">
                <a16:creationId xmlns:a16="http://schemas.microsoft.com/office/drawing/2014/main" id="{BD23A02E-6DCF-427A-8CFD-281B2185C7F0}"/>
              </a:ext>
            </a:extLst>
          </p:cNvPr>
          <p:cNvSpPr/>
          <p:nvPr/>
        </p:nvSpPr>
        <p:spPr>
          <a:xfrm>
            <a:off x="3242985" y="511814"/>
            <a:ext cx="5706031" cy="5706031"/>
          </a:xfrm>
          <a:prstGeom prst="ellipse">
            <a:avLst/>
          </a:prstGeom>
          <a:solidFill>
            <a:schemeClr val="accent1">
              <a:lumMod val="20000"/>
              <a:lumOff val="80000"/>
            </a:schemeClr>
          </a:solidFill>
          <a:ln>
            <a:noFill/>
          </a:ln>
          <a:effectLst>
            <a:outerShdw dist="165100" dir="2220000" algn="tr" rotWithShape="0">
              <a:schemeClr val="tx1"/>
            </a:outerShdw>
          </a:effectLst>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BF6B4C32-F19C-44F3-8EF8-1F506D74DD7A}"/>
              </a:ext>
            </a:extLst>
          </p:cNvPr>
          <p:cNvSpPr>
            <a:spLocks noGrp="1"/>
          </p:cNvSpPr>
          <p:nvPr>
            <p:ph type="title"/>
          </p:nvPr>
        </p:nvSpPr>
        <p:spPr>
          <a:xfrm>
            <a:off x="3649192" y="1709738"/>
            <a:ext cx="4893617" cy="2553893"/>
          </a:xfrm>
        </p:spPr>
        <p:txBody>
          <a:bodyPr anchor="b">
            <a:normAutofit/>
          </a:bodyPr>
          <a:lstStyle>
            <a:lvl1pPr algn="ctr">
              <a:defRPr sz="3600"/>
            </a:lvl1pPr>
          </a:lstStyle>
          <a:p>
            <a:r>
              <a:rPr lang="en-US"/>
              <a:t>Click to edit Master title style</a:t>
            </a:r>
          </a:p>
        </p:txBody>
      </p:sp>
      <p:sp>
        <p:nvSpPr>
          <p:cNvPr id="3" name="Text Placeholder 2">
            <a:extLst>
              <a:ext uri="{FF2B5EF4-FFF2-40B4-BE49-F238E27FC236}">
                <a16:creationId xmlns:a16="http://schemas.microsoft.com/office/drawing/2014/main" id="{B0889729-131C-4F78-9DAA-E9EE28EA912F}"/>
              </a:ext>
            </a:extLst>
          </p:cNvPr>
          <p:cNvSpPr>
            <a:spLocks noGrp="1"/>
          </p:cNvSpPr>
          <p:nvPr>
            <p:ph type="body" idx="1"/>
          </p:nvPr>
        </p:nvSpPr>
        <p:spPr>
          <a:xfrm>
            <a:off x="4062249" y="4540468"/>
            <a:ext cx="4067503" cy="1154037"/>
          </a:xfrm>
          <a:prstGeom prst="rect">
            <a:avLst/>
          </a:prstGeom>
        </p:spPr>
        <p:txBody>
          <a:bodyPr>
            <a:normAutofit/>
          </a:bodyPr>
          <a:lstStyle>
            <a:lvl1pPr marL="0" indent="0" algn="ctr">
              <a:buNone/>
              <a:defRPr sz="1600" b="1" cap="all" spc="600" baseline="0">
                <a:solidFill>
                  <a:schemeClr val="tx1"/>
                </a:solidFill>
                <a:latin typeface="+mn-l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924E608-AC1F-41FB-974A-BD619C6C26B5}"/>
              </a:ext>
            </a:extLst>
          </p:cNvPr>
          <p:cNvSpPr>
            <a:spLocks noGrp="1"/>
          </p:cNvSpPr>
          <p:nvPr>
            <p:ph type="dt" sz="half" idx="10"/>
          </p:nvPr>
        </p:nvSpPr>
        <p:spPr/>
        <p:txBody>
          <a:bodyPr/>
          <a:lstStyle/>
          <a:p>
            <a:fld id="{3134B3F2-5297-4D62-BDB7-590764A696AF}" type="datetimeFigureOut">
              <a:rPr lang="en-US" dirty="0"/>
              <a:t>3/3/2026</a:t>
            </a:fld>
            <a:endParaRPr lang="en-US"/>
          </a:p>
        </p:txBody>
      </p:sp>
      <p:sp>
        <p:nvSpPr>
          <p:cNvPr id="5" name="Footer Placeholder 4">
            <a:extLst>
              <a:ext uri="{FF2B5EF4-FFF2-40B4-BE49-F238E27FC236}">
                <a16:creationId xmlns:a16="http://schemas.microsoft.com/office/drawing/2014/main" id="{C0986158-8B03-45C3-891D-0357B198B6B4}"/>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1EC3B054-E8A2-43FD-B0FB-B1CCFA4BC0AD}"/>
              </a:ext>
            </a:extLst>
          </p:cNvPr>
          <p:cNvSpPr>
            <a:spLocks noGrp="1"/>
          </p:cNvSpPr>
          <p:nvPr>
            <p:ph type="sldNum" sz="quarter" idx="12"/>
          </p:nvPr>
        </p:nvSpPr>
        <p:spPr/>
        <p:txBody>
          <a:bodyPr/>
          <a:lstStyle/>
          <a:p>
            <a:fld id="{8DFDE724-0293-4953-AE9D-4D814FA589B0}" type="slidenum">
              <a:rPr lang="en-US" dirty="0"/>
              <a:t>‹#›</a:t>
            </a:fld>
            <a:endParaRPr lang="en-US"/>
          </a:p>
        </p:txBody>
      </p:sp>
    </p:spTree>
    <p:extLst>
      <p:ext uri="{BB962C8B-B14F-4D97-AF65-F5344CB8AC3E}">
        <p14:creationId xmlns:p14="http://schemas.microsoft.com/office/powerpoint/2010/main" val="30802580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64AA7-6D5A-402E-AD1A-880F2BDB7EE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70D32B6-F9D8-4A43-B52C-336CFAB00A56}"/>
              </a:ext>
            </a:extLst>
          </p:cNvPr>
          <p:cNvSpPr>
            <a:spLocks noGrp="1"/>
          </p:cNvSpPr>
          <p:nvPr>
            <p:ph sz="half" idx="1"/>
          </p:nvPr>
        </p:nvSpPr>
        <p:spPr>
          <a:xfrm>
            <a:off x="812976" y="2019299"/>
            <a:ext cx="4995019" cy="4157663"/>
          </a:xfrm>
          <a:prstGeom prst="rect">
            <a:avLst/>
          </a:prstGeo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F50CDD9-5742-4A34-BA72-7CCA72D914F4}"/>
              </a:ext>
            </a:extLst>
          </p:cNvPr>
          <p:cNvSpPr>
            <a:spLocks noGrp="1"/>
          </p:cNvSpPr>
          <p:nvPr>
            <p:ph sz="half" idx="2"/>
          </p:nvPr>
        </p:nvSpPr>
        <p:spPr>
          <a:xfrm>
            <a:off x="6293718" y="2019299"/>
            <a:ext cx="5027954" cy="4157663"/>
          </a:xfrm>
          <a:prstGeom prst="rect">
            <a:avLst/>
          </a:prstGeo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02783AA-D2AB-4385-A91F-870CB6564611}"/>
              </a:ext>
            </a:extLst>
          </p:cNvPr>
          <p:cNvSpPr>
            <a:spLocks noGrp="1"/>
          </p:cNvSpPr>
          <p:nvPr>
            <p:ph type="dt" sz="half" idx="10"/>
          </p:nvPr>
        </p:nvSpPr>
        <p:spPr/>
        <p:txBody>
          <a:bodyPr/>
          <a:lstStyle/>
          <a:p>
            <a:fld id="{80D0FAC0-A4F5-4A85-98AE-9E6BDD843B92}" type="datetimeFigureOut">
              <a:rPr lang="en-US" dirty="0"/>
              <a:t>3/3/2026</a:t>
            </a:fld>
            <a:endParaRPr lang="en-US"/>
          </a:p>
        </p:txBody>
      </p:sp>
      <p:sp>
        <p:nvSpPr>
          <p:cNvPr id="6" name="Footer Placeholder 5">
            <a:extLst>
              <a:ext uri="{FF2B5EF4-FFF2-40B4-BE49-F238E27FC236}">
                <a16:creationId xmlns:a16="http://schemas.microsoft.com/office/drawing/2014/main" id="{855AAD9C-5CA2-4DA1-84D3-B1838979F616}"/>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151AB3C7-9574-47BC-932D-782BEE9989DA}"/>
              </a:ext>
            </a:extLst>
          </p:cNvPr>
          <p:cNvSpPr>
            <a:spLocks noGrp="1"/>
          </p:cNvSpPr>
          <p:nvPr>
            <p:ph type="sldNum" sz="quarter" idx="12"/>
          </p:nvPr>
        </p:nvSpPr>
        <p:spPr/>
        <p:txBody>
          <a:bodyPr/>
          <a:lstStyle/>
          <a:p>
            <a:fld id="{8DFDE724-0293-4953-AE9D-4D814FA589B0}" type="slidenum">
              <a:rPr lang="en-US" dirty="0"/>
              <a:t>‹#›</a:t>
            </a:fld>
            <a:endParaRPr lang="en-US"/>
          </a:p>
        </p:txBody>
      </p:sp>
    </p:spTree>
    <p:extLst>
      <p:ext uri="{BB962C8B-B14F-4D97-AF65-F5344CB8AC3E}">
        <p14:creationId xmlns:p14="http://schemas.microsoft.com/office/powerpoint/2010/main" val="9258726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44C468-781B-4BC5-8DEA-B9EF2BF90DD2}"/>
              </a:ext>
            </a:extLst>
          </p:cNvPr>
          <p:cNvSpPr>
            <a:spLocks noGrp="1"/>
          </p:cNvSpPr>
          <p:nvPr>
            <p:ph type="title"/>
          </p:nvPr>
        </p:nvSpPr>
        <p:spPr>
          <a:xfrm>
            <a:off x="811460" y="369168"/>
            <a:ext cx="10458729" cy="1439818"/>
          </a:xfrm>
        </p:spPr>
        <p:txBody>
          <a:bodyPr/>
          <a:lstStyle/>
          <a:p>
            <a:r>
              <a:rPr lang="en-US"/>
              <a:t>Click to edit Master title style</a:t>
            </a:r>
          </a:p>
        </p:txBody>
      </p:sp>
      <p:sp>
        <p:nvSpPr>
          <p:cNvPr id="3" name="Text Placeholder 2">
            <a:extLst>
              <a:ext uri="{FF2B5EF4-FFF2-40B4-BE49-F238E27FC236}">
                <a16:creationId xmlns:a16="http://schemas.microsoft.com/office/drawing/2014/main" id="{5367223F-48E4-491D-AB5D-5FC8A0C566AF}"/>
              </a:ext>
            </a:extLst>
          </p:cNvPr>
          <p:cNvSpPr>
            <a:spLocks noGrp="1"/>
          </p:cNvSpPr>
          <p:nvPr>
            <p:ph type="body" idx="1"/>
          </p:nvPr>
        </p:nvSpPr>
        <p:spPr>
          <a:xfrm>
            <a:off x="800101" y="1843067"/>
            <a:ext cx="5007894" cy="662007"/>
          </a:xfrm>
          <a:prstGeom prst="rect">
            <a:avLst/>
          </a:prstGeo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3D6B764-4B87-42FF-ABAA-69B07B88FF40}"/>
              </a:ext>
            </a:extLst>
          </p:cNvPr>
          <p:cNvSpPr>
            <a:spLocks noGrp="1"/>
          </p:cNvSpPr>
          <p:nvPr>
            <p:ph sz="half" idx="2"/>
          </p:nvPr>
        </p:nvSpPr>
        <p:spPr>
          <a:xfrm>
            <a:off x="800101" y="2505075"/>
            <a:ext cx="5007894" cy="3684588"/>
          </a:xfrm>
          <a:prstGeom prst="rect">
            <a:avLst/>
          </a:prstGeo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74357B9-406F-4BF9-B8FB-C53421EEF5A6}"/>
              </a:ext>
            </a:extLst>
          </p:cNvPr>
          <p:cNvSpPr>
            <a:spLocks noGrp="1"/>
          </p:cNvSpPr>
          <p:nvPr>
            <p:ph type="body" sz="quarter" idx="3"/>
          </p:nvPr>
        </p:nvSpPr>
        <p:spPr>
          <a:xfrm>
            <a:off x="6276061" y="1843067"/>
            <a:ext cx="4994128" cy="662007"/>
          </a:xfrm>
          <a:prstGeom prst="rect">
            <a:avLst/>
          </a:prstGeo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20462B-1939-4DAA-A7DD-6BDC95054A6E}"/>
              </a:ext>
            </a:extLst>
          </p:cNvPr>
          <p:cNvSpPr>
            <a:spLocks noGrp="1"/>
          </p:cNvSpPr>
          <p:nvPr>
            <p:ph sz="quarter" idx="4"/>
          </p:nvPr>
        </p:nvSpPr>
        <p:spPr>
          <a:xfrm>
            <a:off x="6276061" y="2505075"/>
            <a:ext cx="4994128" cy="3684588"/>
          </a:xfrm>
          <a:prstGeom prst="rect">
            <a:avLst/>
          </a:prstGeo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76C938B-C4C2-4FA9-85CA-9CD742CD7523}"/>
              </a:ext>
            </a:extLst>
          </p:cNvPr>
          <p:cNvSpPr>
            <a:spLocks noGrp="1"/>
          </p:cNvSpPr>
          <p:nvPr>
            <p:ph type="dt" sz="half" idx="10"/>
          </p:nvPr>
        </p:nvSpPr>
        <p:spPr/>
        <p:txBody>
          <a:bodyPr/>
          <a:lstStyle/>
          <a:p>
            <a:fld id="{491F58DF-B20E-4829-8712-7D40EB90064E}" type="datetimeFigureOut">
              <a:rPr lang="en-US" dirty="0"/>
              <a:t>3/3/2026</a:t>
            </a:fld>
            <a:endParaRPr lang="en-US"/>
          </a:p>
        </p:txBody>
      </p:sp>
      <p:sp>
        <p:nvSpPr>
          <p:cNvPr id="8" name="Footer Placeholder 7">
            <a:extLst>
              <a:ext uri="{FF2B5EF4-FFF2-40B4-BE49-F238E27FC236}">
                <a16:creationId xmlns:a16="http://schemas.microsoft.com/office/drawing/2014/main" id="{11AD8886-0D28-4D49-8D43-151D37E948EE}"/>
              </a:ext>
            </a:extLst>
          </p:cNvPr>
          <p:cNvSpPr>
            <a:spLocks noGrp="1"/>
          </p:cNvSpPr>
          <p:nvPr>
            <p:ph type="ftr" sz="quarter" idx="11"/>
          </p:nvPr>
        </p:nvSpPr>
        <p:spPr/>
        <p:txBody>
          <a:bodyPr/>
          <a:lstStyle/>
          <a:p>
            <a:r>
              <a:rPr lang="en-US"/>
              <a:t>
              </a:t>
            </a:r>
          </a:p>
        </p:txBody>
      </p:sp>
      <p:sp>
        <p:nvSpPr>
          <p:cNvPr id="9" name="Slide Number Placeholder 8">
            <a:extLst>
              <a:ext uri="{FF2B5EF4-FFF2-40B4-BE49-F238E27FC236}">
                <a16:creationId xmlns:a16="http://schemas.microsoft.com/office/drawing/2014/main" id="{172FDDE8-E9F8-4B6C-9A40-829617A7C84D}"/>
              </a:ext>
            </a:extLst>
          </p:cNvPr>
          <p:cNvSpPr>
            <a:spLocks noGrp="1"/>
          </p:cNvSpPr>
          <p:nvPr>
            <p:ph type="sldNum" sz="quarter" idx="12"/>
          </p:nvPr>
        </p:nvSpPr>
        <p:spPr/>
        <p:txBody>
          <a:bodyPr/>
          <a:lstStyle/>
          <a:p>
            <a:fld id="{8DFDE724-0293-4953-AE9D-4D814FA589B0}" type="slidenum">
              <a:rPr lang="en-US" dirty="0"/>
              <a:t>‹#›</a:t>
            </a:fld>
            <a:endParaRPr lang="en-US"/>
          </a:p>
        </p:txBody>
      </p:sp>
    </p:spTree>
    <p:extLst>
      <p:ext uri="{BB962C8B-B14F-4D97-AF65-F5344CB8AC3E}">
        <p14:creationId xmlns:p14="http://schemas.microsoft.com/office/powerpoint/2010/main" val="2122393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6AE3D8-6C35-428B-B2F2-251FDE10BD20}"/>
              </a:ext>
            </a:extLst>
          </p:cNvPr>
          <p:cNvSpPr>
            <a:spLocks noGrp="1"/>
          </p:cNvSpPr>
          <p:nvPr>
            <p:ph type="title"/>
          </p:nvPr>
        </p:nvSpPr>
        <p:spPr>
          <a:xfrm>
            <a:off x="800100" y="983769"/>
            <a:ext cx="10094770" cy="1180574"/>
          </a:xfrm>
          <a:solidFill>
            <a:schemeClr val="accent1">
              <a:lumMod val="20000"/>
              <a:lumOff val="80000"/>
            </a:schemeClr>
          </a:solidFill>
          <a:effectLst>
            <a:outerShdw dist="165100" dir="18900000" algn="bl" rotWithShape="0">
              <a:prstClr val="black"/>
            </a:outerShdw>
          </a:effectLst>
        </p:spPr>
        <p:txBody>
          <a:bodyPr/>
          <a:lstStyle>
            <a:lvl1pPr marL="182880">
              <a:defRPr/>
            </a:lvl1pPr>
          </a:lstStyle>
          <a:p>
            <a:r>
              <a:rPr lang="en-US"/>
              <a:t>Click to edit Master title style</a:t>
            </a:r>
          </a:p>
        </p:txBody>
      </p:sp>
      <p:sp>
        <p:nvSpPr>
          <p:cNvPr id="3" name="Date Placeholder 2">
            <a:extLst>
              <a:ext uri="{FF2B5EF4-FFF2-40B4-BE49-F238E27FC236}">
                <a16:creationId xmlns:a16="http://schemas.microsoft.com/office/drawing/2014/main" id="{4F0B8015-E11A-42CA-AE88-7BD73F87E566}"/>
              </a:ext>
            </a:extLst>
          </p:cNvPr>
          <p:cNvSpPr>
            <a:spLocks noGrp="1"/>
          </p:cNvSpPr>
          <p:nvPr>
            <p:ph type="dt" sz="half" idx="10"/>
          </p:nvPr>
        </p:nvSpPr>
        <p:spPr/>
        <p:txBody>
          <a:bodyPr/>
          <a:lstStyle/>
          <a:p>
            <a:fld id="{4F952F2A-FD05-43F8-9927-AF9F6AA75EA1}" type="datetimeFigureOut">
              <a:rPr lang="en-US" dirty="0"/>
              <a:t>3/3/2026</a:t>
            </a:fld>
            <a:endParaRPr lang="en-US"/>
          </a:p>
        </p:txBody>
      </p:sp>
      <p:sp>
        <p:nvSpPr>
          <p:cNvPr id="4" name="Footer Placeholder 3">
            <a:extLst>
              <a:ext uri="{FF2B5EF4-FFF2-40B4-BE49-F238E27FC236}">
                <a16:creationId xmlns:a16="http://schemas.microsoft.com/office/drawing/2014/main" id="{07309078-34CA-45CD-B479-03906A265C6B}"/>
              </a:ext>
            </a:extLst>
          </p:cNvPr>
          <p:cNvSpPr>
            <a:spLocks noGrp="1"/>
          </p:cNvSpPr>
          <p:nvPr>
            <p:ph type="ftr" sz="quarter" idx="11"/>
          </p:nvPr>
        </p:nvSpPr>
        <p:spPr/>
        <p:txBody>
          <a:bodyPr/>
          <a:lstStyle/>
          <a:p>
            <a:r>
              <a:rPr lang="en-US"/>
              <a:t>
              </a:t>
            </a:r>
          </a:p>
        </p:txBody>
      </p:sp>
      <p:sp>
        <p:nvSpPr>
          <p:cNvPr id="5" name="Slide Number Placeholder 4">
            <a:extLst>
              <a:ext uri="{FF2B5EF4-FFF2-40B4-BE49-F238E27FC236}">
                <a16:creationId xmlns:a16="http://schemas.microsoft.com/office/drawing/2014/main" id="{B0D03258-F989-47B2-A643-A60CD8A77BC8}"/>
              </a:ext>
            </a:extLst>
          </p:cNvPr>
          <p:cNvSpPr>
            <a:spLocks noGrp="1"/>
          </p:cNvSpPr>
          <p:nvPr>
            <p:ph type="sldNum" sz="quarter" idx="12"/>
          </p:nvPr>
        </p:nvSpPr>
        <p:spPr/>
        <p:txBody>
          <a:bodyPr/>
          <a:lstStyle/>
          <a:p>
            <a:fld id="{8DFDE724-0293-4953-AE9D-4D814FA589B0}" type="slidenum">
              <a:rPr lang="en-US" dirty="0"/>
              <a:t>‹#›</a:t>
            </a:fld>
            <a:endParaRPr lang="en-US"/>
          </a:p>
        </p:txBody>
      </p:sp>
    </p:spTree>
    <p:extLst>
      <p:ext uri="{BB962C8B-B14F-4D97-AF65-F5344CB8AC3E}">
        <p14:creationId xmlns:p14="http://schemas.microsoft.com/office/powerpoint/2010/main" val="23207833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7DA2F31-48B6-40CE-A364-3CE73FD859B4}"/>
              </a:ext>
            </a:extLst>
          </p:cNvPr>
          <p:cNvSpPr>
            <a:spLocks noGrp="1"/>
          </p:cNvSpPr>
          <p:nvPr>
            <p:ph type="dt" sz="half" idx="10"/>
          </p:nvPr>
        </p:nvSpPr>
        <p:spPr/>
        <p:txBody>
          <a:bodyPr/>
          <a:lstStyle/>
          <a:p>
            <a:fld id="{8C112728-8AF2-421E-A3EE-3D32DADA7E63}" type="datetimeFigureOut">
              <a:rPr lang="en-US" dirty="0"/>
              <a:t>3/3/2026</a:t>
            </a:fld>
            <a:endParaRPr lang="en-US"/>
          </a:p>
        </p:txBody>
      </p:sp>
      <p:sp>
        <p:nvSpPr>
          <p:cNvPr id="3" name="Footer Placeholder 2">
            <a:extLst>
              <a:ext uri="{FF2B5EF4-FFF2-40B4-BE49-F238E27FC236}">
                <a16:creationId xmlns:a16="http://schemas.microsoft.com/office/drawing/2014/main" id="{117EEA00-F166-41EB-9331-CA99BB70F02D}"/>
              </a:ext>
            </a:extLst>
          </p:cNvPr>
          <p:cNvSpPr>
            <a:spLocks noGrp="1"/>
          </p:cNvSpPr>
          <p:nvPr>
            <p:ph type="ftr" sz="quarter" idx="11"/>
          </p:nvPr>
        </p:nvSpPr>
        <p:spPr/>
        <p:txBody>
          <a:bodyPr/>
          <a:lstStyle/>
          <a:p>
            <a:r>
              <a:rPr lang="en-US"/>
              <a:t>
              </a:t>
            </a:r>
          </a:p>
        </p:txBody>
      </p:sp>
      <p:sp>
        <p:nvSpPr>
          <p:cNvPr id="4" name="Slide Number Placeholder 3">
            <a:extLst>
              <a:ext uri="{FF2B5EF4-FFF2-40B4-BE49-F238E27FC236}">
                <a16:creationId xmlns:a16="http://schemas.microsoft.com/office/drawing/2014/main" id="{63BB051F-F8FC-4FF6-9783-45F9FE7AC302}"/>
              </a:ext>
            </a:extLst>
          </p:cNvPr>
          <p:cNvSpPr>
            <a:spLocks noGrp="1"/>
          </p:cNvSpPr>
          <p:nvPr>
            <p:ph type="sldNum" sz="quarter" idx="12"/>
          </p:nvPr>
        </p:nvSpPr>
        <p:spPr/>
        <p:txBody>
          <a:bodyPr/>
          <a:lstStyle/>
          <a:p>
            <a:fld id="{8DFDE724-0293-4953-AE9D-4D814FA589B0}" type="slidenum">
              <a:rPr lang="en-US" dirty="0"/>
              <a:t>‹#›</a:t>
            </a:fld>
            <a:endParaRPr lang="en-US"/>
          </a:p>
        </p:txBody>
      </p:sp>
    </p:spTree>
    <p:extLst>
      <p:ext uri="{BB962C8B-B14F-4D97-AF65-F5344CB8AC3E}">
        <p14:creationId xmlns:p14="http://schemas.microsoft.com/office/powerpoint/2010/main" val="8119287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508635-A5AF-48F4-8CD2-FB0E01113904}"/>
              </a:ext>
            </a:extLst>
          </p:cNvPr>
          <p:cNvSpPr>
            <a:spLocks noGrp="1"/>
          </p:cNvSpPr>
          <p:nvPr>
            <p:ph type="title"/>
          </p:nvPr>
        </p:nvSpPr>
        <p:spPr>
          <a:xfrm>
            <a:off x="839788" y="987425"/>
            <a:ext cx="3932237" cy="1600200"/>
          </a:xfrm>
        </p:spPr>
        <p:txBody>
          <a:bodyPr anchor="t">
            <a:normAutofit/>
          </a:bodyPr>
          <a:lstStyle>
            <a:lvl1pPr>
              <a:defRPr sz="2800" b="1">
                <a:latin typeface="+mn-lt"/>
              </a:defRPr>
            </a:lvl1pPr>
          </a:lstStyle>
          <a:p>
            <a:r>
              <a:rPr lang="en-US"/>
              <a:t>Click to edit Master title style</a:t>
            </a:r>
          </a:p>
        </p:txBody>
      </p:sp>
      <p:sp>
        <p:nvSpPr>
          <p:cNvPr id="3" name="Content Placeholder 2">
            <a:extLst>
              <a:ext uri="{FF2B5EF4-FFF2-40B4-BE49-F238E27FC236}">
                <a16:creationId xmlns:a16="http://schemas.microsoft.com/office/drawing/2014/main" id="{E6E15E0E-DCC0-4781-A608-962B1241B5AA}"/>
              </a:ext>
            </a:extLst>
          </p:cNvPr>
          <p:cNvSpPr>
            <a:spLocks noGrp="1"/>
          </p:cNvSpPr>
          <p:nvPr>
            <p:ph idx="1"/>
          </p:nvPr>
        </p:nvSpPr>
        <p:spPr>
          <a:xfrm>
            <a:off x="5309826" y="987425"/>
            <a:ext cx="6045562"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121F43E-3D50-4A1C-A289-B3D0DD0E710F}"/>
              </a:ext>
            </a:extLst>
          </p:cNvPr>
          <p:cNvSpPr>
            <a:spLocks noGrp="1"/>
          </p:cNvSpPr>
          <p:nvPr>
            <p:ph type="body" sz="half" idx="2"/>
          </p:nvPr>
        </p:nvSpPr>
        <p:spPr>
          <a:xfrm>
            <a:off x="839788" y="2743200"/>
            <a:ext cx="3932237" cy="3127376"/>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E70E3A-6639-4EA0-8305-C1899DAB49EB}"/>
              </a:ext>
            </a:extLst>
          </p:cNvPr>
          <p:cNvSpPr>
            <a:spLocks noGrp="1"/>
          </p:cNvSpPr>
          <p:nvPr>
            <p:ph type="dt" sz="half" idx="10"/>
          </p:nvPr>
        </p:nvSpPr>
        <p:spPr/>
        <p:txBody>
          <a:bodyPr/>
          <a:lstStyle/>
          <a:p>
            <a:fld id="{BAF64D57-1513-4084-818F-075C9D0922CD}" type="datetimeFigureOut">
              <a:rPr lang="en-US" dirty="0"/>
              <a:t>3/3/2026</a:t>
            </a:fld>
            <a:endParaRPr lang="en-US"/>
          </a:p>
        </p:txBody>
      </p:sp>
      <p:sp>
        <p:nvSpPr>
          <p:cNvPr id="6" name="Footer Placeholder 5">
            <a:extLst>
              <a:ext uri="{FF2B5EF4-FFF2-40B4-BE49-F238E27FC236}">
                <a16:creationId xmlns:a16="http://schemas.microsoft.com/office/drawing/2014/main" id="{5B6AFD57-4189-42FB-B29E-96366E51B44D}"/>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1AF5E2EC-8483-4FBC-9D29-C19025FA8F97}"/>
              </a:ext>
            </a:extLst>
          </p:cNvPr>
          <p:cNvSpPr>
            <a:spLocks noGrp="1"/>
          </p:cNvSpPr>
          <p:nvPr>
            <p:ph type="sldNum" sz="quarter" idx="12"/>
          </p:nvPr>
        </p:nvSpPr>
        <p:spPr/>
        <p:txBody>
          <a:bodyPr/>
          <a:lstStyle/>
          <a:p>
            <a:fld id="{8DFDE724-0293-4953-AE9D-4D814FA589B0}" type="slidenum">
              <a:rPr lang="en-US" dirty="0"/>
              <a:t>‹#›</a:t>
            </a:fld>
            <a:endParaRPr lang="en-US"/>
          </a:p>
        </p:txBody>
      </p:sp>
    </p:spTree>
    <p:extLst>
      <p:ext uri="{BB962C8B-B14F-4D97-AF65-F5344CB8AC3E}">
        <p14:creationId xmlns:p14="http://schemas.microsoft.com/office/powerpoint/2010/main" val="26932540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CE581-A090-4AE9-9965-B06BDB52BD95}"/>
              </a:ext>
            </a:extLst>
          </p:cNvPr>
          <p:cNvSpPr>
            <a:spLocks noGrp="1"/>
          </p:cNvSpPr>
          <p:nvPr>
            <p:ph type="title"/>
          </p:nvPr>
        </p:nvSpPr>
        <p:spPr>
          <a:xfrm>
            <a:off x="839788" y="987425"/>
            <a:ext cx="3932237" cy="1600200"/>
          </a:xfrm>
        </p:spPr>
        <p:txBody>
          <a:bodyPr anchor="t">
            <a:normAutofit/>
          </a:bodyPr>
          <a:lstStyle>
            <a:lvl1pPr>
              <a:defRPr sz="2800" b="1">
                <a:latin typeface="+mn-lt"/>
              </a:defRPr>
            </a:lvl1pPr>
          </a:lstStyle>
          <a:p>
            <a:r>
              <a:rPr lang="en-US"/>
              <a:t>Click to edit Master title style</a:t>
            </a:r>
          </a:p>
        </p:txBody>
      </p:sp>
      <p:sp>
        <p:nvSpPr>
          <p:cNvPr id="3" name="Picture Placeholder 2">
            <a:extLst>
              <a:ext uri="{FF2B5EF4-FFF2-40B4-BE49-F238E27FC236}">
                <a16:creationId xmlns:a16="http://schemas.microsoft.com/office/drawing/2014/main" id="{9839DEF4-262F-4ACF-9B29-3D4B819E7065}"/>
              </a:ext>
            </a:extLst>
          </p:cNvPr>
          <p:cNvSpPr>
            <a:spLocks noGrp="1" noChangeAspect="1"/>
          </p:cNvSpPr>
          <p:nvPr>
            <p:ph type="pic" idx="1"/>
          </p:nvPr>
        </p:nvSpPr>
        <p:spPr>
          <a:xfrm>
            <a:off x="5353969" y="987425"/>
            <a:ext cx="5694503" cy="4873625"/>
          </a:xfrm>
          <a:prstGeom prst="rect">
            <a:avLst/>
          </a:prstGeo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04ED7CBB-7A6F-441E-9072-2494B952FA8B}"/>
              </a:ext>
            </a:extLst>
          </p:cNvPr>
          <p:cNvSpPr>
            <a:spLocks noGrp="1"/>
          </p:cNvSpPr>
          <p:nvPr>
            <p:ph type="body" sz="half" idx="2"/>
          </p:nvPr>
        </p:nvSpPr>
        <p:spPr>
          <a:xfrm>
            <a:off x="839788" y="2743200"/>
            <a:ext cx="3932237" cy="3127376"/>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2159692-77BE-4A7D-AA70-635007A6E92C}"/>
              </a:ext>
            </a:extLst>
          </p:cNvPr>
          <p:cNvSpPr>
            <a:spLocks noGrp="1"/>
          </p:cNvSpPr>
          <p:nvPr>
            <p:ph type="dt" sz="half" idx="10"/>
          </p:nvPr>
        </p:nvSpPr>
        <p:spPr/>
        <p:txBody>
          <a:bodyPr/>
          <a:lstStyle/>
          <a:p>
            <a:fld id="{4B51DC6D-53F2-404B-944C-46E1F58C3149}" type="datetimeFigureOut">
              <a:rPr lang="en-US" dirty="0"/>
              <a:t>3/3/2026</a:t>
            </a:fld>
            <a:endParaRPr lang="en-US"/>
          </a:p>
        </p:txBody>
      </p:sp>
      <p:sp>
        <p:nvSpPr>
          <p:cNvPr id="6" name="Footer Placeholder 5">
            <a:extLst>
              <a:ext uri="{FF2B5EF4-FFF2-40B4-BE49-F238E27FC236}">
                <a16:creationId xmlns:a16="http://schemas.microsoft.com/office/drawing/2014/main" id="{FBB9A4DA-63AF-4D6A-98DB-E1D0AC741E58}"/>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A76B7958-B19B-4C23-A82F-DD4E4B912B29}"/>
              </a:ext>
            </a:extLst>
          </p:cNvPr>
          <p:cNvSpPr>
            <a:spLocks noGrp="1"/>
          </p:cNvSpPr>
          <p:nvPr>
            <p:ph type="sldNum" sz="quarter" idx="12"/>
          </p:nvPr>
        </p:nvSpPr>
        <p:spPr/>
        <p:txBody>
          <a:bodyPr/>
          <a:lstStyle/>
          <a:p>
            <a:fld id="{8DFDE724-0293-4953-AE9D-4D814FA589B0}" type="slidenum">
              <a:rPr lang="en-US" dirty="0"/>
              <a:t>‹#›</a:t>
            </a:fld>
            <a:endParaRPr lang="en-US"/>
          </a:p>
        </p:txBody>
      </p:sp>
    </p:spTree>
    <p:extLst>
      <p:ext uri="{BB962C8B-B14F-4D97-AF65-F5344CB8AC3E}">
        <p14:creationId xmlns:p14="http://schemas.microsoft.com/office/powerpoint/2010/main" val="13404627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958AD-1CAD-45B3-B83D-DC9D33CD613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9153F2E-0397-4423-8A88-D0059DEAF0CE}"/>
              </a:ext>
            </a:extLst>
          </p:cNvPr>
          <p:cNvSpPr>
            <a:spLocks noGrp="1"/>
          </p:cNvSpPr>
          <p:nvPr>
            <p:ph type="body" orient="vert" idx="1"/>
          </p:nvPr>
        </p:nvSpPr>
        <p:spPr>
          <a:xfrm>
            <a:off x="808662" y="2019299"/>
            <a:ext cx="10357666" cy="4114801"/>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7ADDE1-7025-4FA9-822D-481685085490}"/>
              </a:ext>
            </a:extLst>
          </p:cNvPr>
          <p:cNvSpPr>
            <a:spLocks noGrp="1"/>
          </p:cNvSpPr>
          <p:nvPr>
            <p:ph type="dt" sz="half" idx="10"/>
          </p:nvPr>
        </p:nvSpPr>
        <p:spPr/>
        <p:txBody>
          <a:bodyPr/>
          <a:lstStyle/>
          <a:p>
            <a:fld id="{F836330A-4522-49F4-ACCE-A07321703478}" type="datetimeFigureOut">
              <a:rPr lang="en-US" dirty="0"/>
              <a:t>3/3/2026</a:t>
            </a:fld>
            <a:endParaRPr lang="en-US"/>
          </a:p>
        </p:txBody>
      </p:sp>
      <p:sp>
        <p:nvSpPr>
          <p:cNvPr id="5" name="Footer Placeholder 4">
            <a:extLst>
              <a:ext uri="{FF2B5EF4-FFF2-40B4-BE49-F238E27FC236}">
                <a16:creationId xmlns:a16="http://schemas.microsoft.com/office/drawing/2014/main" id="{6B2A73E0-F328-46DC-98BE-CA0981F75A38}"/>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24652226-010C-494F-8BE8-BF91F3553DD5}"/>
              </a:ext>
            </a:extLst>
          </p:cNvPr>
          <p:cNvSpPr>
            <a:spLocks noGrp="1"/>
          </p:cNvSpPr>
          <p:nvPr>
            <p:ph type="sldNum" sz="quarter" idx="12"/>
          </p:nvPr>
        </p:nvSpPr>
        <p:spPr/>
        <p:txBody>
          <a:bodyPr/>
          <a:lstStyle/>
          <a:p>
            <a:fld id="{8DFDE724-0293-4953-AE9D-4D814FA589B0}" type="slidenum">
              <a:rPr lang="en-US" dirty="0"/>
              <a:t>‹#›</a:t>
            </a:fld>
            <a:endParaRPr lang="en-US"/>
          </a:p>
        </p:txBody>
      </p:sp>
      <p:grpSp>
        <p:nvGrpSpPr>
          <p:cNvPr id="7" name="Group 6">
            <a:extLst>
              <a:ext uri="{FF2B5EF4-FFF2-40B4-BE49-F238E27FC236}">
                <a16:creationId xmlns:a16="http://schemas.microsoft.com/office/drawing/2014/main" id="{9F89E9C4-9D18-4529-BC0C-68EAE507CDF8}"/>
              </a:ext>
            </a:extLst>
          </p:cNvPr>
          <p:cNvGrpSpPr/>
          <p:nvPr/>
        </p:nvGrpSpPr>
        <p:grpSpPr>
          <a:xfrm flipH="1" flipV="1">
            <a:off x="0" y="3551521"/>
            <a:ext cx="567782" cy="3306479"/>
            <a:chOff x="11619770" y="-2005"/>
            <a:chExt cx="567782" cy="3306479"/>
          </a:xfrm>
        </p:grpSpPr>
        <p:sp>
          <p:nvSpPr>
            <p:cNvPr id="8" name="Freeform: Shape 7">
              <a:extLst>
                <a:ext uri="{FF2B5EF4-FFF2-40B4-BE49-F238E27FC236}">
                  <a16:creationId xmlns:a16="http://schemas.microsoft.com/office/drawing/2014/main" id="{D7DF5937-0C03-4786-AB62-3CF7CECB92D6}"/>
                </a:ext>
              </a:extLst>
            </p:cNvPr>
            <p:cNvSpPr/>
            <p:nvPr/>
          </p:nvSpPr>
          <p:spPr>
            <a:xfrm flipV="1">
              <a:off x="11619770" y="373807"/>
              <a:ext cx="526228" cy="2930667"/>
            </a:xfrm>
            <a:custGeom>
              <a:avLst/>
              <a:gdLst/>
              <a:ahLst/>
              <a:cxnLst/>
              <a:rect l="l" t="t" r="r" b="b"/>
              <a:pathLst>
                <a:path w="757287" h="3694096">
                  <a:moveTo>
                    <a:pt x="757287" y="3694096"/>
                  </a:moveTo>
                  <a:lnTo>
                    <a:pt x="757287" y="0"/>
                  </a:lnTo>
                  <a:lnTo>
                    <a:pt x="0" y="0"/>
                  </a:lnTo>
                  <a:lnTo>
                    <a:pt x="0" y="3686094"/>
                  </a:lnTo>
                  <a:close/>
                </a:path>
              </a:pathLst>
            </a:custGeom>
            <a:blipFill dpi="0" rotWithShape="1">
              <a:blip r:embed="rId2">
                <a:extLst>
                  <a:ext uri="{96DAC541-7B7A-43D3-8B79-37D633B846F1}">
                    <asvg:svgBlip xmlns:asvg="http://schemas.microsoft.com/office/drawing/2016/SVG/main" r:embed="rId3"/>
                  </a:ext>
                </a:extLst>
              </a:blip>
              <a:srcRect/>
              <a:tile tx="0" ty="0" sx="6000" sy="6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a:extLst>
                <a:ext uri="{FF2B5EF4-FFF2-40B4-BE49-F238E27FC236}">
                  <a16:creationId xmlns:a16="http://schemas.microsoft.com/office/drawing/2014/main" id="{E9AD93DB-2DB0-4B2D-884B-6EC45344325B}"/>
                </a:ext>
                <a:ext uri="{C183D7F6-B498-43B3-948B-1728B52AA6E4}">
                  <adec:decorative xmlns:adec="http://schemas.microsoft.com/office/drawing/2017/decorative" val="1"/>
                </a:ext>
              </a:extLst>
            </p:cNvPr>
            <p:cNvSpPr/>
            <p:nvPr/>
          </p:nvSpPr>
          <p:spPr>
            <a:xfrm flipH="1" flipV="1">
              <a:off x="11980943" y="-2005"/>
              <a:ext cx="206609" cy="20213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grpSp>
    </p:spTree>
    <p:extLst>
      <p:ext uri="{BB962C8B-B14F-4D97-AF65-F5344CB8AC3E}">
        <p14:creationId xmlns:p14="http://schemas.microsoft.com/office/powerpoint/2010/main" val="40628391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9C635D0-31D9-44E1-911D-F7D5D5400992}"/>
              </a:ext>
            </a:extLst>
          </p:cNvPr>
          <p:cNvSpPr>
            <a:spLocks noGrp="1"/>
          </p:cNvSpPr>
          <p:nvPr>
            <p:ph type="title" orient="vert"/>
          </p:nvPr>
        </p:nvSpPr>
        <p:spPr>
          <a:xfrm>
            <a:off x="8853914" y="624313"/>
            <a:ext cx="2537986" cy="5509787"/>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67F9230-1FA4-439D-A800-B5F006F07C0D}"/>
              </a:ext>
            </a:extLst>
          </p:cNvPr>
          <p:cNvSpPr>
            <a:spLocks noGrp="1"/>
          </p:cNvSpPr>
          <p:nvPr>
            <p:ph type="body" orient="vert" idx="1"/>
          </p:nvPr>
        </p:nvSpPr>
        <p:spPr>
          <a:xfrm>
            <a:off x="800100" y="624313"/>
            <a:ext cx="7816542" cy="5509787"/>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5AB2A3-7055-43AF-8BAB-0A9B7444867A}"/>
              </a:ext>
            </a:extLst>
          </p:cNvPr>
          <p:cNvSpPr>
            <a:spLocks noGrp="1"/>
          </p:cNvSpPr>
          <p:nvPr>
            <p:ph type="dt" sz="half" idx="10"/>
          </p:nvPr>
        </p:nvSpPr>
        <p:spPr/>
        <p:txBody>
          <a:bodyPr/>
          <a:lstStyle/>
          <a:p>
            <a:fld id="{75EC5DDF-A796-4D56-9973-341789785817}" type="datetimeFigureOut">
              <a:rPr lang="en-US" dirty="0"/>
              <a:t>3/3/2026</a:t>
            </a:fld>
            <a:endParaRPr lang="en-US"/>
          </a:p>
        </p:txBody>
      </p:sp>
      <p:sp>
        <p:nvSpPr>
          <p:cNvPr id="5" name="Footer Placeholder 4">
            <a:extLst>
              <a:ext uri="{FF2B5EF4-FFF2-40B4-BE49-F238E27FC236}">
                <a16:creationId xmlns:a16="http://schemas.microsoft.com/office/drawing/2014/main" id="{EE9A1821-A311-49CD-BCB4-B4BC88661019}"/>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A637C6A8-813A-486A-AA90-AB28935F2B4F}"/>
              </a:ext>
            </a:extLst>
          </p:cNvPr>
          <p:cNvSpPr>
            <a:spLocks noGrp="1"/>
          </p:cNvSpPr>
          <p:nvPr>
            <p:ph type="sldNum" sz="quarter" idx="12"/>
          </p:nvPr>
        </p:nvSpPr>
        <p:spPr/>
        <p:txBody>
          <a:bodyPr/>
          <a:lstStyle/>
          <a:p>
            <a:fld id="{8DFDE724-0293-4953-AE9D-4D814FA589B0}" type="slidenum">
              <a:rPr lang="en-US" dirty="0"/>
              <a:t>‹#›</a:t>
            </a:fld>
            <a:endParaRPr lang="en-US"/>
          </a:p>
        </p:txBody>
      </p:sp>
      <p:grpSp>
        <p:nvGrpSpPr>
          <p:cNvPr id="7" name="Group 6">
            <a:extLst>
              <a:ext uri="{FF2B5EF4-FFF2-40B4-BE49-F238E27FC236}">
                <a16:creationId xmlns:a16="http://schemas.microsoft.com/office/drawing/2014/main" id="{F38C7A17-06CC-442C-A876-A51B2B556508}"/>
              </a:ext>
            </a:extLst>
          </p:cNvPr>
          <p:cNvGrpSpPr/>
          <p:nvPr/>
        </p:nvGrpSpPr>
        <p:grpSpPr>
          <a:xfrm flipH="1" flipV="1">
            <a:off x="0" y="3551521"/>
            <a:ext cx="567782" cy="3306479"/>
            <a:chOff x="11619770" y="-2005"/>
            <a:chExt cx="567782" cy="3306479"/>
          </a:xfrm>
        </p:grpSpPr>
        <p:sp>
          <p:nvSpPr>
            <p:cNvPr id="8" name="Freeform: Shape 7">
              <a:extLst>
                <a:ext uri="{FF2B5EF4-FFF2-40B4-BE49-F238E27FC236}">
                  <a16:creationId xmlns:a16="http://schemas.microsoft.com/office/drawing/2014/main" id="{54C1798A-2980-4F34-8355-7BCB6B295322}"/>
                </a:ext>
              </a:extLst>
            </p:cNvPr>
            <p:cNvSpPr/>
            <p:nvPr/>
          </p:nvSpPr>
          <p:spPr>
            <a:xfrm flipV="1">
              <a:off x="11619770" y="373807"/>
              <a:ext cx="526228" cy="2930667"/>
            </a:xfrm>
            <a:custGeom>
              <a:avLst/>
              <a:gdLst/>
              <a:ahLst/>
              <a:cxnLst/>
              <a:rect l="l" t="t" r="r" b="b"/>
              <a:pathLst>
                <a:path w="757287" h="3694096">
                  <a:moveTo>
                    <a:pt x="757287" y="3694096"/>
                  </a:moveTo>
                  <a:lnTo>
                    <a:pt x="757287" y="0"/>
                  </a:lnTo>
                  <a:lnTo>
                    <a:pt x="0" y="0"/>
                  </a:lnTo>
                  <a:lnTo>
                    <a:pt x="0" y="3686094"/>
                  </a:lnTo>
                  <a:close/>
                </a:path>
              </a:pathLst>
            </a:custGeom>
            <a:blipFill dpi="0" rotWithShape="1">
              <a:blip r:embed="rId2">
                <a:extLst>
                  <a:ext uri="{96DAC541-7B7A-43D3-8B79-37D633B846F1}">
                    <asvg:svgBlip xmlns:asvg="http://schemas.microsoft.com/office/drawing/2016/SVG/main" r:embed="rId3"/>
                  </a:ext>
                </a:extLst>
              </a:blip>
              <a:srcRect/>
              <a:tile tx="0" ty="0" sx="6000" sy="6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a:extLst>
                <a:ext uri="{FF2B5EF4-FFF2-40B4-BE49-F238E27FC236}">
                  <a16:creationId xmlns:a16="http://schemas.microsoft.com/office/drawing/2014/main" id="{59D7542C-E4AE-488F-BC75-2E7ED83910CE}"/>
                </a:ext>
                <a:ext uri="{C183D7F6-B498-43B3-948B-1728B52AA6E4}">
                  <adec:decorative xmlns:adec="http://schemas.microsoft.com/office/drawing/2017/decorative" val="1"/>
                </a:ext>
              </a:extLst>
            </p:cNvPr>
            <p:cNvSpPr/>
            <p:nvPr/>
          </p:nvSpPr>
          <p:spPr>
            <a:xfrm flipH="1" flipV="1">
              <a:off x="11980943" y="-2005"/>
              <a:ext cx="206609" cy="20213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grpSp>
    </p:spTree>
    <p:extLst>
      <p:ext uri="{BB962C8B-B14F-4D97-AF65-F5344CB8AC3E}">
        <p14:creationId xmlns:p14="http://schemas.microsoft.com/office/powerpoint/2010/main" val="21286429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586DAE1-1F65-43B8-A400-95E6DEEDCDFC}"/>
              </a:ext>
            </a:extLst>
          </p:cNvPr>
          <p:cNvSpPr>
            <a:spLocks noGrp="1"/>
          </p:cNvSpPr>
          <p:nvPr>
            <p:ph type="title"/>
          </p:nvPr>
        </p:nvSpPr>
        <p:spPr>
          <a:xfrm>
            <a:off x="808661" y="365125"/>
            <a:ext cx="10357666" cy="1438450"/>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2D75C993-A44B-4C2D-818E-4C9000BB05C1}"/>
              </a:ext>
            </a:extLst>
          </p:cNvPr>
          <p:cNvSpPr>
            <a:spLocks noGrp="1"/>
          </p:cNvSpPr>
          <p:nvPr>
            <p:ph type="body" idx="1"/>
          </p:nvPr>
        </p:nvSpPr>
        <p:spPr>
          <a:xfrm>
            <a:off x="808662" y="2019299"/>
            <a:ext cx="10357666" cy="411480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5A21B6E-ECC6-47D0-9C14-812B746F1563}"/>
              </a:ext>
            </a:extLst>
          </p:cNvPr>
          <p:cNvSpPr>
            <a:spLocks noGrp="1"/>
          </p:cNvSpPr>
          <p:nvPr>
            <p:ph type="dt" sz="half" idx="2"/>
          </p:nvPr>
        </p:nvSpPr>
        <p:spPr>
          <a:xfrm>
            <a:off x="795014" y="6342042"/>
            <a:ext cx="2743200" cy="365125"/>
          </a:xfrm>
          <a:prstGeom prst="rect">
            <a:avLst/>
          </a:prstGeom>
        </p:spPr>
        <p:txBody>
          <a:bodyPr vert="horz" lIns="91440" tIns="45720" rIns="91440" bIns="45720" rtlCol="0" anchor="ctr"/>
          <a:lstStyle>
            <a:lvl1pPr algn="l">
              <a:defRPr sz="1000" spc="100" baseline="0">
                <a:solidFill>
                  <a:schemeClr val="tx1"/>
                </a:solidFill>
              </a:defRPr>
            </a:lvl1pPr>
          </a:lstStyle>
          <a:p>
            <a:fld id="{3716B609-2A26-46AA-B595-3671F5470576}" type="datetimeFigureOut">
              <a:rPr lang="en-US" dirty="0"/>
              <a:t>3/3/2026</a:t>
            </a:fld>
            <a:endParaRPr lang="en-US"/>
          </a:p>
        </p:txBody>
      </p:sp>
      <p:sp>
        <p:nvSpPr>
          <p:cNvPr id="5" name="Footer Placeholder 4">
            <a:extLst>
              <a:ext uri="{FF2B5EF4-FFF2-40B4-BE49-F238E27FC236}">
                <a16:creationId xmlns:a16="http://schemas.microsoft.com/office/drawing/2014/main" id="{5209A716-DEA9-48A9-A5BC-0F392D2B49AC}"/>
              </a:ext>
            </a:extLst>
          </p:cNvPr>
          <p:cNvSpPr>
            <a:spLocks noGrp="1"/>
          </p:cNvSpPr>
          <p:nvPr>
            <p:ph type="ftr" sz="quarter" idx="3"/>
          </p:nvPr>
        </p:nvSpPr>
        <p:spPr>
          <a:xfrm>
            <a:off x="7696200" y="6342042"/>
            <a:ext cx="3470128" cy="365125"/>
          </a:xfrm>
          <a:prstGeom prst="rect">
            <a:avLst/>
          </a:prstGeom>
        </p:spPr>
        <p:txBody>
          <a:bodyPr vert="horz" lIns="91440" tIns="45720" rIns="91440" bIns="45720" rtlCol="0" anchor="ctr"/>
          <a:lstStyle>
            <a:lvl1pPr algn="r">
              <a:defRPr sz="1000" spc="50" baseline="0">
                <a:solidFill>
                  <a:schemeClr val="tx1"/>
                </a:solidFill>
              </a:defRPr>
            </a:lvl1pPr>
          </a:lstStyle>
          <a:p>
            <a:r>
              <a:rPr lang="en-US"/>
              <a:t>
              </a:t>
            </a:r>
          </a:p>
        </p:txBody>
      </p:sp>
      <p:sp>
        <p:nvSpPr>
          <p:cNvPr id="6" name="Slide Number Placeholder 5">
            <a:extLst>
              <a:ext uri="{FF2B5EF4-FFF2-40B4-BE49-F238E27FC236}">
                <a16:creationId xmlns:a16="http://schemas.microsoft.com/office/drawing/2014/main" id="{C09CB69E-A0E4-4558-9C62-4CD8CDD2A501}"/>
              </a:ext>
            </a:extLst>
          </p:cNvPr>
          <p:cNvSpPr>
            <a:spLocks noGrp="1"/>
          </p:cNvSpPr>
          <p:nvPr>
            <p:ph type="sldNum" sz="quarter" idx="4"/>
          </p:nvPr>
        </p:nvSpPr>
        <p:spPr>
          <a:xfrm>
            <a:off x="11166329" y="6342042"/>
            <a:ext cx="526228" cy="365125"/>
          </a:xfrm>
          <a:prstGeom prst="rect">
            <a:avLst/>
          </a:prstGeom>
        </p:spPr>
        <p:txBody>
          <a:bodyPr vert="horz" lIns="91440" tIns="45720" rIns="91440" bIns="45720" rtlCol="0" anchor="ctr"/>
          <a:lstStyle>
            <a:lvl1pPr algn="r">
              <a:defRPr sz="1000" spc="100" baseline="0">
                <a:solidFill>
                  <a:schemeClr val="tx1"/>
                </a:solidFill>
              </a:defRPr>
            </a:lvl1pPr>
          </a:lstStyle>
          <a:p>
            <a:fld id="{8DFDE724-0293-4953-AE9D-4D814FA589B0}" type="slidenum">
              <a:rPr lang="en-US" dirty="0"/>
              <a:t>‹#›</a:t>
            </a:fld>
            <a:endParaRPr lang="en-US"/>
          </a:p>
        </p:txBody>
      </p:sp>
      <p:grpSp>
        <p:nvGrpSpPr>
          <p:cNvPr id="7" name="Group 6">
            <a:extLst>
              <a:ext uri="{FF2B5EF4-FFF2-40B4-BE49-F238E27FC236}">
                <a16:creationId xmlns:a16="http://schemas.microsoft.com/office/drawing/2014/main" id="{EB6ECC43-D65E-4A7B-A76B-D278A2184166}"/>
              </a:ext>
            </a:extLst>
          </p:cNvPr>
          <p:cNvGrpSpPr/>
          <p:nvPr/>
        </p:nvGrpSpPr>
        <p:grpSpPr>
          <a:xfrm flipV="1">
            <a:off x="11626076" y="3551521"/>
            <a:ext cx="567782" cy="3306479"/>
            <a:chOff x="11619770" y="-2005"/>
            <a:chExt cx="567782" cy="3306479"/>
          </a:xfrm>
        </p:grpSpPr>
        <p:sp>
          <p:nvSpPr>
            <p:cNvPr id="8" name="Freeform: Shape 7">
              <a:extLst>
                <a:ext uri="{FF2B5EF4-FFF2-40B4-BE49-F238E27FC236}">
                  <a16:creationId xmlns:a16="http://schemas.microsoft.com/office/drawing/2014/main" id="{7EE443C5-5AB9-407B-A8C3-011BB14FEF06}"/>
                </a:ext>
              </a:extLst>
            </p:cNvPr>
            <p:cNvSpPr/>
            <p:nvPr/>
          </p:nvSpPr>
          <p:spPr>
            <a:xfrm flipV="1">
              <a:off x="11619770" y="373807"/>
              <a:ext cx="526228" cy="2930667"/>
            </a:xfrm>
            <a:custGeom>
              <a:avLst/>
              <a:gdLst/>
              <a:ahLst/>
              <a:cxnLst/>
              <a:rect l="l" t="t" r="r" b="b"/>
              <a:pathLst>
                <a:path w="757287" h="3694096">
                  <a:moveTo>
                    <a:pt x="757287" y="3694096"/>
                  </a:moveTo>
                  <a:lnTo>
                    <a:pt x="757287" y="0"/>
                  </a:lnTo>
                  <a:lnTo>
                    <a:pt x="0" y="0"/>
                  </a:lnTo>
                  <a:lnTo>
                    <a:pt x="0" y="3686094"/>
                  </a:lnTo>
                  <a:close/>
                </a:path>
              </a:pathLst>
            </a:custGeom>
            <a:blipFill dpi="0" rotWithShape="1">
              <a:blip r:embed="rId13">
                <a:extLst>
                  <a:ext uri="{96DAC541-7B7A-43D3-8B79-37D633B846F1}">
                    <asvg:svgBlip xmlns:asvg="http://schemas.microsoft.com/office/drawing/2016/SVG/main" r:embed="rId14"/>
                  </a:ext>
                </a:extLst>
              </a:blip>
              <a:srcRect/>
              <a:tile tx="0" ty="0" sx="6000" sy="6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a:extLst>
                <a:ext uri="{FF2B5EF4-FFF2-40B4-BE49-F238E27FC236}">
                  <a16:creationId xmlns:a16="http://schemas.microsoft.com/office/drawing/2014/main" id="{4538C9FA-DA5E-4785-8F4A-CA481A3A6526}"/>
                </a:ext>
                <a:ext uri="{C183D7F6-B498-43B3-948B-1728B52AA6E4}">
                  <adec:decorative xmlns:adec="http://schemas.microsoft.com/office/drawing/2017/decorative" val="1"/>
                </a:ext>
              </a:extLst>
            </p:cNvPr>
            <p:cNvSpPr/>
            <p:nvPr/>
          </p:nvSpPr>
          <p:spPr>
            <a:xfrm flipH="1" flipV="1">
              <a:off x="11980943" y="-2005"/>
              <a:ext cx="206609" cy="20213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grpSp>
    </p:spTree>
    <p:extLst>
      <p:ext uri="{BB962C8B-B14F-4D97-AF65-F5344CB8AC3E}">
        <p14:creationId xmlns:p14="http://schemas.microsoft.com/office/powerpoint/2010/main" val="2318455810"/>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hdr="0"/>
  <p:txStyles>
    <p:titleStyle>
      <a:lvl1pPr algn="l" defTabSz="914400" rtl="0" eaLnBrk="1" latinLnBrk="0" hangingPunct="1">
        <a:lnSpc>
          <a:spcPct val="120000"/>
        </a:lnSpc>
        <a:spcBef>
          <a:spcPct val="0"/>
        </a:spcBef>
        <a:buNone/>
        <a:defRPr sz="3200" kern="1200" cap="all" spc="700" baseline="0">
          <a:solidFill>
            <a:schemeClr val="tx1"/>
          </a:solidFill>
          <a:latin typeface="+mj-lt"/>
          <a:ea typeface="+mj-ea"/>
          <a:cs typeface="+mj-cs"/>
        </a:defRPr>
      </a:lvl1pPr>
    </p:titleStyle>
    <p:bodyStyle>
      <a:lvl1pPr marL="228600" indent="-228600" algn="l" defTabSz="914400" rtl="0" eaLnBrk="1" latinLnBrk="0" hangingPunct="1">
        <a:lnSpc>
          <a:spcPct val="130000"/>
        </a:lnSpc>
        <a:spcBef>
          <a:spcPts val="1000"/>
        </a:spcBef>
        <a:buSzPct val="85000"/>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30000"/>
        </a:lnSpc>
        <a:spcBef>
          <a:spcPts val="500"/>
        </a:spcBef>
        <a:buSzPct val="100000"/>
        <a:buFont typeface="Avenir Next LT Pro Light" panose="020B03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30000"/>
        </a:lnSpc>
        <a:spcBef>
          <a:spcPts val="500"/>
        </a:spcBef>
        <a:buSzPct val="85000"/>
        <a:buFont typeface="Arial" panose="020B0604020202020204" pitchFamily="34" charset="0"/>
        <a:buChar char="•"/>
        <a:defRPr sz="1600" kern="1200">
          <a:solidFill>
            <a:schemeClr val="tx1"/>
          </a:solidFill>
          <a:latin typeface="+mn-lt"/>
          <a:ea typeface="+mn-ea"/>
          <a:cs typeface="+mn-cs"/>
        </a:defRPr>
      </a:lvl3pPr>
      <a:lvl4pPr marL="1005840" indent="-228600" algn="l" defTabSz="914400" rtl="0" eaLnBrk="1" latinLnBrk="0" hangingPunct="1">
        <a:lnSpc>
          <a:spcPct val="130000"/>
        </a:lnSpc>
        <a:spcBef>
          <a:spcPts val="500"/>
        </a:spcBef>
        <a:buSzPct val="100000"/>
        <a:buFont typeface="Avenir Next LT Pro Light" panose="020B0304020202020204" pitchFamily="34" charset="0"/>
        <a:buChar char="–"/>
        <a:defRPr sz="1400" kern="1200">
          <a:solidFill>
            <a:schemeClr val="tx1"/>
          </a:solidFill>
          <a:latin typeface="+mn-lt"/>
          <a:ea typeface="+mn-ea"/>
          <a:cs typeface="+mn-cs"/>
        </a:defRPr>
      </a:lvl4pPr>
      <a:lvl5pPr marL="1188720" indent="-228600" algn="l" defTabSz="914400" rtl="0" eaLnBrk="1" latinLnBrk="0" hangingPunct="1">
        <a:lnSpc>
          <a:spcPct val="130000"/>
        </a:lnSpc>
        <a:spcBef>
          <a:spcPts val="500"/>
        </a:spcBef>
        <a:buSzPct val="85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92">
          <p15:clr>
            <a:srgbClr val="F26B43"/>
          </p15:clr>
        </p15:guide>
        <p15:guide id="2" pos="504">
          <p15:clr>
            <a:srgbClr val="F26B43"/>
          </p15:clr>
        </p15:guide>
        <p15:guide id="3" pos="7176">
          <p15:clr>
            <a:srgbClr val="F26B43"/>
          </p15:clr>
        </p15:guide>
        <p15:guide id="5" orient="horz" pos="1272">
          <p15:clr>
            <a:srgbClr val="F26B43"/>
          </p15:clr>
        </p15:guide>
        <p15:guide id="6" orient="horz" pos="1728">
          <p15:clr>
            <a:srgbClr val="F26B43"/>
          </p15:clr>
        </p15:guide>
        <p15:guide id="7" orient="horz" pos="3864">
          <p15:clr>
            <a:srgbClr val="F26B43"/>
          </p15:clr>
        </p15:guide>
        <p15:guide id="8" orient="horz" pos="3432">
          <p15:clr>
            <a:srgbClr val="F26B43"/>
          </p15:clr>
        </p15:guide>
        <p15:guide id="9" pos="100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microsoft.com/office/2018/10/relationships/comments" Target="../comments/modernComment_11D_DDC06311.xml"/><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6.xml"/><Relationship Id="rId5" Type="http://schemas.openxmlformats.org/officeDocument/2006/relationships/image" Target="../media/image18.png"/><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6.xml"/><Relationship Id="rId5" Type="http://schemas.openxmlformats.org/officeDocument/2006/relationships/image" Target="../media/image21.png"/><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0.xml"/><Relationship Id="rId1" Type="http://schemas.openxmlformats.org/officeDocument/2006/relationships/slideLayout" Target="../slideLayouts/slideLayout6.xml"/><Relationship Id="rId4" Type="http://schemas.openxmlformats.org/officeDocument/2006/relationships/image" Target="../media/image25.jpeg"/></Relationships>
</file>

<file path=ppt/slides/_rels/slide16.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1.xml"/><Relationship Id="rId1" Type="http://schemas.openxmlformats.org/officeDocument/2006/relationships/slideLayout" Target="../slideLayouts/slideLayout6.xml"/><Relationship Id="rId5" Type="http://schemas.openxmlformats.org/officeDocument/2006/relationships/image" Target="../media/image28.jpeg"/><Relationship Id="rId4" Type="http://schemas.openxmlformats.org/officeDocument/2006/relationships/image" Target="../media/image27.jpeg"/></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1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4.png"/></Relationships>
</file>

<file path=ppt/slides/_rels/slide2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23.xml.rels><?xml version="1.0" encoding="UTF-8" standalone="yes"?>
<Relationships xmlns="http://schemas.openxmlformats.org/package/2006/relationships"><Relationship Id="rId8" Type="http://schemas.openxmlformats.org/officeDocument/2006/relationships/image" Target="../media/image45.png"/><Relationship Id="rId13" Type="http://schemas.openxmlformats.org/officeDocument/2006/relationships/customXml" Target="../ink/ink5.xml"/><Relationship Id="rId18" Type="http://schemas.openxmlformats.org/officeDocument/2006/relationships/image" Target="../media/image50.png"/><Relationship Id="rId3" Type="http://schemas.openxmlformats.org/officeDocument/2006/relationships/image" Target="../media/image42.png"/><Relationship Id="rId21" Type="http://schemas.openxmlformats.org/officeDocument/2006/relationships/customXml" Target="../ink/ink9.xml"/><Relationship Id="rId7" Type="http://schemas.openxmlformats.org/officeDocument/2006/relationships/customXml" Target="../ink/ink2.xml"/><Relationship Id="rId12" Type="http://schemas.openxmlformats.org/officeDocument/2006/relationships/image" Target="../media/image47.png"/><Relationship Id="rId17" Type="http://schemas.openxmlformats.org/officeDocument/2006/relationships/customXml" Target="../ink/ink7.xml"/><Relationship Id="rId2" Type="http://schemas.openxmlformats.org/officeDocument/2006/relationships/notesSlide" Target="../notesSlides/notesSlide18.xml"/><Relationship Id="rId16" Type="http://schemas.openxmlformats.org/officeDocument/2006/relationships/image" Target="../media/image49.png"/><Relationship Id="rId20" Type="http://schemas.openxmlformats.org/officeDocument/2006/relationships/image" Target="../media/image51.png"/><Relationship Id="rId1" Type="http://schemas.openxmlformats.org/officeDocument/2006/relationships/slideLayout" Target="../slideLayouts/slideLayout2.xml"/><Relationship Id="rId6" Type="http://schemas.openxmlformats.org/officeDocument/2006/relationships/image" Target="../media/image44.png"/><Relationship Id="rId11" Type="http://schemas.openxmlformats.org/officeDocument/2006/relationships/customXml" Target="../ink/ink4.xml"/><Relationship Id="rId24" Type="http://schemas.openxmlformats.org/officeDocument/2006/relationships/image" Target="../media/image53.png"/><Relationship Id="rId5" Type="http://schemas.openxmlformats.org/officeDocument/2006/relationships/customXml" Target="../ink/ink1.xml"/><Relationship Id="rId15" Type="http://schemas.openxmlformats.org/officeDocument/2006/relationships/customXml" Target="../ink/ink6.xml"/><Relationship Id="rId23" Type="http://schemas.openxmlformats.org/officeDocument/2006/relationships/customXml" Target="../ink/ink10.xml"/><Relationship Id="rId10" Type="http://schemas.openxmlformats.org/officeDocument/2006/relationships/image" Target="../media/image46.png"/><Relationship Id="rId19" Type="http://schemas.openxmlformats.org/officeDocument/2006/relationships/customXml" Target="../ink/ink8.xml"/><Relationship Id="rId4" Type="http://schemas.openxmlformats.org/officeDocument/2006/relationships/image" Target="../media/image43.jpeg"/><Relationship Id="rId9" Type="http://schemas.openxmlformats.org/officeDocument/2006/relationships/customXml" Target="../ink/ink3.xml"/><Relationship Id="rId14" Type="http://schemas.openxmlformats.org/officeDocument/2006/relationships/image" Target="../media/image48.png"/><Relationship Id="rId22" Type="http://schemas.openxmlformats.org/officeDocument/2006/relationships/image" Target="../media/image52.png"/></Relationships>
</file>

<file path=ppt/slides/_rels/slide24.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2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0.xml"/><Relationship Id="rId1" Type="http://schemas.openxmlformats.org/officeDocument/2006/relationships/slideLayout" Target="../slideLayouts/slideLayout6.xml"/><Relationship Id="rId4" Type="http://schemas.openxmlformats.org/officeDocument/2006/relationships/image" Target="../media/image57.png"/></Relationships>
</file>

<file path=ppt/slides/_rels/slide2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61.png"/><Relationship Id="rId4" Type="http://schemas.openxmlformats.org/officeDocument/2006/relationships/image" Target="../media/image60.png"/></Relationships>
</file>

<file path=ppt/slides/_rels/slide28.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84867B-9991-CFDB-D610-9FD1EB9EE2D1}"/>
              </a:ext>
            </a:extLst>
          </p:cNvPr>
          <p:cNvSpPr>
            <a:spLocks noGrp="1"/>
          </p:cNvSpPr>
          <p:nvPr>
            <p:ph type="ctrTitle"/>
          </p:nvPr>
        </p:nvSpPr>
        <p:spPr>
          <a:xfrm>
            <a:off x="1600200" y="1261872"/>
            <a:ext cx="9193537" cy="3113886"/>
          </a:xfrm>
        </p:spPr>
        <p:txBody>
          <a:bodyPr vert="horz" lIns="91440" tIns="45720" rIns="91440" bIns="45720" rtlCol="0" anchor="ctr">
            <a:noAutofit/>
          </a:bodyPr>
          <a:lstStyle/>
          <a:p>
            <a:pPr algn="ctr"/>
            <a:r>
              <a:rPr lang="en-US" sz="5400" b="1"/>
              <a:t>Improving Student Test Scores</a:t>
            </a:r>
            <a:endParaRPr lang="en-US" sz="5400"/>
          </a:p>
        </p:txBody>
      </p:sp>
      <p:sp>
        <p:nvSpPr>
          <p:cNvPr id="3" name="Subtitle 2">
            <a:extLst>
              <a:ext uri="{FF2B5EF4-FFF2-40B4-BE49-F238E27FC236}">
                <a16:creationId xmlns:a16="http://schemas.microsoft.com/office/drawing/2014/main" id="{CA53FD4C-CF05-9017-C99C-34D7EB78DEA3}"/>
              </a:ext>
            </a:extLst>
          </p:cNvPr>
          <p:cNvSpPr>
            <a:spLocks noGrp="1"/>
          </p:cNvSpPr>
          <p:nvPr>
            <p:ph type="subTitle" idx="1"/>
          </p:nvPr>
        </p:nvSpPr>
        <p:spPr>
          <a:xfrm>
            <a:off x="869515" y="5495920"/>
            <a:ext cx="10644467" cy="1117186"/>
          </a:xfrm>
        </p:spPr>
        <p:txBody>
          <a:bodyPr vert="horz" lIns="91440" tIns="45720" rIns="91440" bIns="45720" rtlCol="0" anchor="t">
            <a:normAutofit fontScale="92500"/>
          </a:bodyPr>
          <a:lstStyle/>
          <a:p>
            <a:pPr algn="ctr"/>
            <a:r>
              <a:rPr lang="en-US" sz="1900" b="0"/>
              <a:t>Group 2:</a:t>
            </a:r>
            <a:endParaRPr lang="en-US" sz="1900"/>
          </a:p>
          <a:p>
            <a:pPr algn="ctr"/>
            <a:r>
              <a:rPr lang="en-US" sz="1800" b="0" i="1" cap="none">
                <a:latin typeface="Avenir Next LT Pro"/>
              </a:rPr>
              <a:t>Melisha Allen, Leonard Frost, Nandini Patel, Isaiah Robinson</a:t>
            </a:r>
          </a:p>
        </p:txBody>
      </p:sp>
    </p:spTree>
    <p:extLst>
      <p:ext uri="{BB962C8B-B14F-4D97-AF65-F5344CB8AC3E}">
        <p14:creationId xmlns:p14="http://schemas.microsoft.com/office/powerpoint/2010/main" val="21729509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DD97C-0159-F6C6-F590-2C0C80DE920D}"/>
              </a:ext>
            </a:extLst>
          </p:cNvPr>
          <p:cNvSpPr>
            <a:spLocks noGrp="1"/>
          </p:cNvSpPr>
          <p:nvPr>
            <p:ph type="title"/>
          </p:nvPr>
        </p:nvSpPr>
        <p:spPr/>
        <p:txBody>
          <a:bodyPr>
            <a:normAutofit fontScale="90000"/>
          </a:bodyPr>
          <a:lstStyle/>
          <a:p>
            <a:r>
              <a:rPr lang="en-US"/>
              <a:t>Problem Statement</a:t>
            </a:r>
          </a:p>
        </p:txBody>
      </p:sp>
      <p:sp>
        <p:nvSpPr>
          <p:cNvPr id="3" name="Content Placeholder 2">
            <a:extLst>
              <a:ext uri="{FF2B5EF4-FFF2-40B4-BE49-F238E27FC236}">
                <a16:creationId xmlns:a16="http://schemas.microsoft.com/office/drawing/2014/main" id="{ECEBE072-73D3-7CEC-1612-B0FEFB95B63F}"/>
              </a:ext>
            </a:extLst>
          </p:cNvPr>
          <p:cNvSpPr>
            <a:spLocks noGrp="1"/>
          </p:cNvSpPr>
          <p:nvPr>
            <p:ph type="body" idx="4294967295"/>
          </p:nvPr>
        </p:nvSpPr>
        <p:spPr>
          <a:xfrm>
            <a:off x="803753" y="2369355"/>
            <a:ext cx="10205798" cy="3492521"/>
          </a:xfrm>
        </p:spPr>
        <p:txBody>
          <a:bodyPr vert="horz" lIns="91440" tIns="45720" rIns="91440" bIns="45720" rtlCol="0" anchor="t">
            <a:normAutofit/>
          </a:bodyPr>
          <a:lstStyle/>
          <a:p>
            <a:pPr marL="0" indent="0">
              <a:buNone/>
            </a:pPr>
            <a:r>
              <a:rPr lang="en-US">
                <a:latin typeface="Times New Roman"/>
                <a:cs typeface="Times New Roman"/>
              </a:rPr>
              <a:t>Students’ test scores are impacted by inconsistent access to lunch, and frequent absenteeism is associated with lower student test performance. For instance, we have noticed that students that have access to free/reduced lunch have scored higher on the SC Ready Math &gt; Vertical S scores compared to students who don’t have access to free lunch. However, these students also have a higher absenteeism range from 0-8 days compared to students that have no free lunch with a range of 1-3 days of absence.</a:t>
            </a:r>
            <a:endParaRPr lang="en-US"/>
          </a:p>
        </p:txBody>
      </p:sp>
    </p:spTree>
    <p:extLst>
      <p:ext uri="{BB962C8B-B14F-4D97-AF65-F5344CB8AC3E}">
        <p14:creationId xmlns:p14="http://schemas.microsoft.com/office/powerpoint/2010/main" val="36527118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5DC7C-55D9-BEF8-AEE2-859CE5ACF699}"/>
              </a:ext>
            </a:extLst>
          </p:cNvPr>
          <p:cNvSpPr>
            <a:spLocks noGrp="1"/>
          </p:cNvSpPr>
          <p:nvPr>
            <p:ph type="title"/>
          </p:nvPr>
        </p:nvSpPr>
        <p:spPr>
          <a:xfrm>
            <a:off x="3649192" y="551080"/>
            <a:ext cx="4893617" cy="1280414"/>
          </a:xfrm>
        </p:spPr>
        <p:txBody>
          <a:bodyPr>
            <a:normAutofit fontScale="90000"/>
          </a:bodyPr>
          <a:lstStyle/>
          <a:p>
            <a:r>
              <a:rPr lang="en-US" b="1"/>
              <a:t>Goal Statement</a:t>
            </a:r>
          </a:p>
        </p:txBody>
      </p:sp>
      <p:sp>
        <p:nvSpPr>
          <p:cNvPr id="3" name="Content Placeholder 2">
            <a:extLst>
              <a:ext uri="{FF2B5EF4-FFF2-40B4-BE49-F238E27FC236}">
                <a16:creationId xmlns:a16="http://schemas.microsoft.com/office/drawing/2014/main" id="{0A2496B4-093D-33F8-A5AA-4F2AEF82DA86}"/>
              </a:ext>
            </a:extLst>
          </p:cNvPr>
          <p:cNvSpPr>
            <a:spLocks noGrp="1"/>
          </p:cNvSpPr>
          <p:nvPr>
            <p:ph type="body" idx="1"/>
          </p:nvPr>
        </p:nvSpPr>
        <p:spPr>
          <a:xfrm>
            <a:off x="3644715" y="2275345"/>
            <a:ext cx="4881694" cy="2907680"/>
          </a:xfrm>
        </p:spPr>
        <p:txBody>
          <a:bodyPr vert="horz" lIns="91440" tIns="45720" rIns="91440" bIns="45720" rtlCol="0" anchor="t">
            <a:normAutofit/>
          </a:bodyPr>
          <a:lstStyle/>
          <a:p>
            <a:r>
              <a:rPr lang="en-US" sz="2000" b="0">
                <a:latin typeface="Times New Roman"/>
                <a:cs typeface="Times New Roman"/>
              </a:rPr>
              <a:t>The goal is to increase the overall SC Ready Math test scores from 550 with a target average of 680 by the end of 2026-2027 school year.</a:t>
            </a:r>
            <a:endParaRPr lang="en-US" sz="2000" b="0"/>
          </a:p>
        </p:txBody>
      </p:sp>
    </p:spTree>
    <p:extLst>
      <p:ext uri="{BB962C8B-B14F-4D97-AF65-F5344CB8AC3E}">
        <p14:creationId xmlns:p14="http://schemas.microsoft.com/office/powerpoint/2010/main" val="3720373009"/>
      </p:ext>
    </p:extLst>
  </p:cSld>
  <p:clrMapOvr>
    <a:masterClrMapping/>
  </p:clrMapOvr>
  <p:extLst>
    <p:ext uri="{6950BFC3-D8DA-4A85-94F7-54DA5524770B}">
      <p188:commentRel xmlns:p188="http://schemas.microsoft.com/office/powerpoint/2018/8/main" r:id="rId3"/>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CB96F3C-A25D-FBE9-6FE5-4C76E61FB953}"/>
              </a:ext>
            </a:extLst>
          </p:cNvPr>
          <p:cNvSpPr>
            <a:spLocks noGrp="1"/>
          </p:cNvSpPr>
          <p:nvPr>
            <p:ph type="body" idx="1"/>
          </p:nvPr>
        </p:nvSpPr>
        <p:spPr>
          <a:xfrm>
            <a:off x="850226" y="371811"/>
            <a:ext cx="5055755" cy="1070757"/>
          </a:xfrm>
          <a:solidFill>
            <a:schemeClr val="accent1">
              <a:lumMod val="20000"/>
              <a:lumOff val="80000"/>
            </a:schemeClr>
          </a:solidFill>
        </p:spPr>
        <p:txBody>
          <a:bodyPr vert="horz" lIns="91440" tIns="45720" rIns="91440" bIns="45720" rtlCol="0" anchor="ctr">
            <a:normAutofit/>
          </a:bodyPr>
          <a:lstStyle/>
          <a:p>
            <a:pPr algn="ctr"/>
            <a:r>
              <a:rPr lang="en-US" sz="3600"/>
              <a:t>Inputs </a:t>
            </a:r>
          </a:p>
        </p:txBody>
      </p:sp>
      <p:sp>
        <p:nvSpPr>
          <p:cNvPr id="4" name="Content Placeholder 3">
            <a:extLst>
              <a:ext uri="{FF2B5EF4-FFF2-40B4-BE49-F238E27FC236}">
                <a16:creationId xmlns:a16="http://schemas.microsoft.com/office/drawing/2014/main" id="{8CE6A0FA-B063-F2A5-9186-AD7EE79D067F}"/>
              </a:ext>
            </a:extLst>
          </p:cNvPr>
          <p:cNvSpPr>
            <a:spLocks noGrp="1"/>
          </p:cNvSpPr>
          <p:nvPr>
            <p:ph sz="half" idx="2"/>
          </p:nvPr>
        </p:nvSpPr>
        <p:spPr>
          <a:xfrm>
            <a:off x="850520" y="1431836"/>
            <a:ext cx="5044729" cy="4768559"/>
          </a:xfrm>
        </p:spPr>
        <p:txBody>
          <a:bodyPr vert="horz" lIns="91440" tIns="45720" rIns="91440" bIns="45720" rtlCol="0" anchor="t">
            <a:normAutofit fontScale="55000" lnSpcReduction="20000"/>
          </a:bodyPr>
          <a:lstStyle/>
          <a:p>
            <a:pPr marL="0" indent="0">
              <a:buNone/>
            </a:pPr>
            <a:r>
              <a:rPr lang="en-US" b="1" i="1" u="sng"/>
              <a:t>Demographics </a:t>
            </a:r>
          </a:p>
          <a:p>
            <a:r>
              <a:rPr lang="en-US"/>
              <a:t>Student Gender</a:t>
            </a:r>
          </a:p>
          <a:p>
            <a:r>
              <a:rPr lang="en-US"/>
              <a:t>Student Race</a:t>
            </a:r>
          </a:p>
          <a:p>
            <a:r>
              <a:rPr lang="en-US"/>
              <a:t>Student Ethnicity – is Hispanic</a:t>
            </a:r>
          </a:p>
          <a:p>
            <a:r>
              <a:rPr lang="en-US"/>
              <a:t>Student ZIP Code</a:t>
            </a:r>
          </a:p>
          <a:p>
            <a:pPr marL="0" indent="0">
              <a:buNone/>
            </a:pPr>
            <a:r>
              <a:rPr lang="en-US" b="1" i="1" u="sng"/>
              <a:t>Educational Status </a:t>
            </a:r>
          </a:p>
          <a:p>
            <a:r>
              <a:rPr lang="en-US"/>
              <a:t>Student Learning Disability – Autism </a:t>
            </a:r>
          </a:p>
          <a:p>
            <a:r>
              <a:rPr lang="en-US"/>
              <a:t>Student Special Education</a:t>
            </a:r>
          </a:p>
          <a:p>
            <a:pPr marL="0" indent="0">
              <a:buNone/>
            </a:pPr>
            <a:r>
              <a:rPr lang="en-US" b="1" i="1" u="sng"/>
              <a:t>Risk Indicators </a:t>
            </a:r>
          </a:p>
          <a:p>
            <a:r>
              <a:rPr lang="en-US"/>
              <a:t>Student Free/Reduced Lunch</a:t>
            </a:r>
          </a:p>
          <a:p>
            <a:r>
              <a:rPr lang="en-US"/>
              <a:t>Student PIP Status</a:t>
            </a:r>
          </a:p>
          <a:p>
            <a:r>
              <a:rPr lang="en-US"/>
              <a:t>Student Days Absent </a:t>
            </a:r>
          </a:p>
          <a:p>
            <a:r>
              <a:rPr lang="en-US"/>
              <a:t>Student Discipline</a:t>
            </a:r>
          </a:p>
          <a:p>
            <a:r>
              <a:rPr lang="en-US"/>
              <a:t>Family Life </a:t>
            </a:r>
          </a:p>
          <a:p>
            <a:r>
              <a:rPr lang="en-US"/>
              <a:t>Instructional Factors </a:t>
            </a:r>
          </a:p>
        </p:txBody>
      </p:sp>
      <p:sp>
        <p:nvSpPr>
          <p:cNvPr id="5" name="Text Placeholder 4">
            <a:extLst>
              <a:ext uri="{FF2B5EF4-FFF2-40B4-BE49-F238E27FC236}">
                <a16:creationId xmlns:a16="http://schemas.microsoft.com/office/drawing/2014/main" id="{1222C021-A001-0680-A0DB-2921BDFB72E2}"/>
              </a:ext>
            </a:extLst>
          </p:cNvPr>
          <p:cNvSpPr>
            <a:spLocks noGrp="1"/>
          </p:cNvSpPr>
          <p:nvPr>
            <p:ph type="body" sz="quarter" idx="3"/>
          </p:nvPr>
        </p:nvSpPr>
        <p:spPr>
          <a:xfrm>
            <a:off x="6285259" y="371812"/>
            <a:ext cx="5070129" cy="1070756"/>
          </a:xfrm>
          <a:solidFill>
            <a:schemeClr val="accent1">
              <a:lumMod val="20000"/>
              <a:lumOff val="80000"/>
            </a:schemeClr>
          </a:solidFill>
        </p:spPr>
        <p:txBody>
          <a:bodyPr vert="horz" lIns="91440" tIns="45720" rIns="91440" bIns="45720" rtlCol="0" anchor="ctr">
            <a:normAutofit/>
          </a:bodyPr>
          <a:lstStyle/>
          <a:p>
            <a:pPr algn="ctr"/>
            <a:r>
              <a:rPr lang="en-US" sz="3600"/>
              <a:t>Outputs</a:t>
            </a:r>
          </a:p>
        </p:txBody>
      </p:sp>
      <p:sp>
        <p:nvSpPr>
          <p:cNvPr id="6" name="Content Placeholder 5">
            <a:extLst>
              <a:ext uri="{FF2B5EF4-FFF2-40B4-BE49-F238E27FC236}">
                <a16:creationId xmlns:a16="http://schemas.microsoft.com/office/drawing/2014/main" id="{5C1B2DA7-B432-993A-B1A7-5F145D254221}"/>
              </a:ext>
            </a:extLst>
          </p:cNvPr>
          <p:cNvSpPr>
            <a:spLocks noGrp="1"/>
          </p:cNvSpPr>
          <p:nvPr>
            <p:ph sz="quarter" idx="4"/>
          </p:nvPr>
        </p:nvSpPr>
        <p:spPr>
          <a:xfrm>
            <a:off x="6284670" y="1431836"/>
            <a:ext cx="5070718" cy="4768559"/>
          </a:xfrm>
        </p:spPr>
        <p:txBody>
          <a:bodyPr vert="horz" lIns="91440" tIns="45720" rIns="91440" bIns="45720" rtlCol="0" anchor="t">
            <a:normAutofit fontScale="55000" lnSpcReduction="20000"/>
          </a:bodyPr>
          <a:lstStyle/>
          <a:p>
            <a:r>
              <a:rPr lang="en-US"/>
              <a:t>SC Ready Math &gt; Vertical S</a:t>
            </a:r>
          </a:p>
        </p:txBody>
      </p:sp>
    </p:spTree>
    <p:extLst>
      <p:ext uri="{BB962C8B-B14F-4D97-AF65-F5344CB8AC3E}">
        <p14:creationId xmlns:p14="http://schemas.microsoft.com/office/powerpoint/2010/main" val="17231278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C959C-A536-A438-7A93-3EA8A4BFDD5B}"/>
              </a:ext>
            </a:extLst>
          </p:cNvPr>
          <p:cNvSpPr>
            <a:spLocks noGrp="1"/>
          </p:cNvSpPr>
          <p:nvPr>
            <p:ph type="title"/>
          </p:nvPr>
        </p:nvSpPr>
        <p:spPr/>
        <p:txBody>
          <a:bodyPr vert="horz" lIns="91440" tIns="45720" rIns="91440" bIns="45720" rtlCol="0" anchor="ctr">
            <a:normAutofit/>
          </a:bodyPr>
          <a:lstStyle/>
          <a:p>
            <a:pPr algn="ctr"/>
            <a:r>
              <a:rPr lang="en-US" b="1"/>
              <a:t>Baseline Data Analysis</a:t>
            </a:r>
          </a:p>
        </p:txBody>
      </p:sp>
      <p:pic>
        <p:nvPicPr>
          <p:cNvPr id="5" name="Content Placeholder 4" descr="Graph on document with pen">
            <a:extLst>
              <a:ext uri="{FF2B5EF4-FFF2-40B4-BE49-F238E27FC236}">
                <a16:creationId xmlns:a16="http://schemas.microsoft.com/office/drawing/2014/main" id="{4F48BD1A-7230-2511-638F-69CE7E140722}"/>
              </a:ext>
            </a:extLst>
          </p:cNvPr>
          <p:cNvPicPr>
            <a:picLocks noGrp="1" noChangeAspect="1"/>
          </p:cNvPicPr>
          <p:nvPr>
            <p:ph idx="1"/>
          </p:nvPr>
        </p:nvPicPr>
        <p:blipFill>
          <a:blip r:embed="rId3"/>
          <a:stretch>
            <a:fillRect/>
          </a:stretch>
        </p:blipFill>
        <p:spPr>
          <a:xfrm>
            <a:off x="808662" y="2020398"/>
            <a:ext cx="10357666" cy="4112603"/>
          </a:xfrm>
          <a:prstGeom prst="rect">
            <a:avLst/>
          </a:prstGeom>
        </p:spPr>
      </p:pic>
    </p:spTree>
    <p:extLst>
      <p:ext uri="{BB962C8B-B14F-4D97-AF65-F5344CB8AC3E}">
        <p14:creationId xmlns:p14="http://schemas.microsoft.com/office/powerpoint/2010/main" val="34821293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833A-6D6A-0720-7048-11A33C44E9FE}"/>
              </a:ext>
            </a:extLst>
          </p:cNvPr>
          <p:cNvSpPr>
            <a:spLocks noGrp="1"/>
          </p:cNvSpPr>
          <p:nvPr>
            <p:ph type="title"/>
          </p:nvPr>
        </p:nvSpPr>
        <p:spPr/>
        <p:txBody>
          <a:bodyPr>
            <a:normAutofit fontScale="90000"/>
          </a:bodyPr>
          <a:lstStyle/>
          <a:p>
            <a:r>
              <a:rPr lang="en-US"/>
              <a:t>Individual Summary Reports for each Variable</a:t>
            </a:r>
          </a:p>
        </p:txBody>
      </p:sp>
      <p:sp>
        <p:nvSpPr>
          <p:cNvPr id="3" name="Date Placeholder 2">
            <a:extLst>
              <a:ext uri="{FF2B5EF4-FFF2-40B4-BE49-F238E27FC236}">
                <a16:creationId xmlns:a16="http://schemas.microsoft.com/office/drawing/2014/main" id="{1094CEA7-52E6-CEDD-B68E-34CE3DA22AF1}"/>
              </a:ext>
            </a:extLst>
          </p:cNvPr>
          <p:cNvSpPr>
            <a:spLocks noGrp="1"/>
          </p:cNvSpPr>
          <p:nvPr>
            <p:ph type="dt" sz="half" idx="10"/>
          </p:nvPr>
        </p:nvSpPr>
        <p:spPr/>
        <p:txBody>
          <a:bodyPr/>
          <a:lstStyle/>
          <a:p>
            <a:fld id="{07277DA6-D81A-4C3A-810E-3AFE3B582625}" type="datetime1">
              <a:t>3/3/2026</a:t>
            </a:fld>
            <a:endParaRPr lang="en-US"/>
          </a:p>
        </p:txBody>
      </p:sp>
      <p:sp>
        <p:nvSpPr>
          <p:cNvPr id="4" name="Footer Placeholder 3">
            <a:extLst>
              <a:ext uri="{FF2B5EF4-FFF2-40B4-BE49-F238E27FC236}">
                <a16:creationId xmlns:a16="http://schemas.microsoft.com/office/drawing/2014/main" id="{393BC8A3-E749-6804-003E-BF0DD73F955D}"/>
              </a:ext>
            </a:extLst>
          </p:cNvPr>
          <p:cNvSpPr>
            <a:spLocks noGrp="1"/>
          </p:cNvSpPr>
          <p:nvPr>
            <p:ph type="ftr" sz="quarter" idx="11"/>
          </p:nvPr>
        </p:nvSpPr>
        <p:spPr/>
        <p:txBody>
          <a:bodyPr/>
          <a:lstStyle/>
          <a:p>
            <a:r>
              <a:rPr lang="en-US"/>
              <a:t>
              </a:t>
            </a:r>
          </a:p>
        </p:txBody>
      </p:sp>
      <p:sp>
        <p:nvSpPr>
          <p:cNvPr id="5" name="Slide Number Placeholder 4">
            <a:extLst>
              <a:ext uri="{FF2B5EF4-FFF2-40B4-BE49-F238E27FC236}">
                <a16:creationId xmlns:a16="http://schemas.microsoft.com/office/drawing/2014/main" id="{5B3373D8-89C7-9006-432B-D7F5922E7712}"/>
              </a:ext>
            </a:extLst>
          </p:cNvPr>
          <p:cNvSpPr>
            <a:spLocks noGrp="1"/>
          </p:cNvSpPr>
          <p:nvPr>
            <p:ph type="sldNum" sz="quarter" idx="12"/>
          </p:nvPr>
        </p:nvSpPr>
        <p:spPr/>
        <p:txBody>
          <a:bodyPr/>
          <a:lstStyle/>
          <a:p>
            <a:fld id="{8DFDE724-0293-4953-AE9D-4D814FA589B0}" type="slidenum">
              <a:rPr lang="en-US" dirty="0"/>
              <a:t>6</a:t>
            </a:fld>
            <a:endParaRPr lang="en-US"/>
          </a:p>
        </p:txBody>
      </p:sp>
      <p:pic>
        <p:nvPicPr>
          <p:cNvPr id="6" name="Picture 5" descr="A graph of a graph&#10;&#10;AI-generated content may be incorrect.">
            <a:extLst>
              <a:ext uri="{FF2B5EF4-FFF2-40B4-BE49-F238E27FC236}">
                <a16:creationId xmlns:a16="http://schemas.microsoft.com/office/drawing/2014/main" id="{A2DA2088-DE74-D5A6-B7CD-1EAC52317434}"/>
              </a:ext>
            </a:extLst>
          </p:cNvPr>
          <p:cNvPicPr>
            <a:picLocks noChangeAspect="1"/>
          </p:cNvPicPr>
          <p:nvPr/>
        </p:nvPicPr>
        <p:blipFill>
          <a:blip r:embed="rId3"/>
          <a:stretch>
            <a:fillRect/>
          </a:stretch>
        </p:blipFill>
        <p:spPr>
          <a:xfrm>
            <a:off x="-7104" y="2304533"/>
            <a:ext cx="6083317" cy="4409693"/>
          </a:xfrm>
          <a:prstGeom prst="rect">
            <a:avLst/>
          </a:prstGeom>
        </p:spPr>
      </p:pic>
      <p:pic>
        <p:nvPicPr>
          <p:cNvPr id="7" name="Picture 6" descr="A graph with a red line&#10;&#10;AI-generated content may be incorrect.">
            <a:extLst>
              <a:ext uri="{FF2B5EF4-FFF2-40B4-BE49-F238E27FC236}">
                <a16:creationId xmlns:a16="http://schemas.microsoft.com/office/drawing/2014/main" id="{E12DFF7E-2B02-F324-6B0A-1D8F7AD337F7}"/>
              </a:ext>
            </a:extLst>
          </p:cNvPr>
          <p:cNvPicPr>
            <a:picLocks noChangeAspect="1"/>
          </p:cNvPicPr>
          <p:nvPr/>
        </p:nvPicPr>
        <p:blipFill>
          <a:blip r:embed="rId4"/>
          <a:stretch>
            <a:fillRect/>
          </a:stretch>
        </p:blipFill>
        <p:spPr>
          <a:xfrm>
            <a:off x="6079549" y="2321835"/>
            <a:ext cx="6110450" cy="4536165"/>
          </a:xfrm>
          <a:prstGeom prst="rect">
            <a:avLst/>
          </a:prstGeom>
        </p:spPr>
      </p:pic>
    </p:spTree>
    <p:extLst>
      <p:ext uri="{BB962C8B-B14F-4D97-AF65-F5344CB8AC3E}">
        <p14:creationId xmlns:p14="http://schemas.microsoft.com/office/powerpoint/2010/main" val="30839949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36BE9-3044-122A-8B80-4966871AC64A}"/>
              </a:ext>
            </a:extLst>
          </p:cNvPr>
          <p:cNvSpPr>
            <a:spLocks noGrp="1"/>
          </p:cNvSpPr>
          <p:nvPr>
            <p:ph type="title"/>
          </p:nvPr>
        </p:nvSpPr>
        <p:spPr/>
        <p:txBody>
          <a:bodyPr/>
          <a:lstStyle/>
          <a:p>
            <a:endParaRPr lang="en-US"/>
          </a:p>
        </p:txBody>
      </p:sp>
      <p:sp>
        <p:nvSpPr>
          <p:cNvPr id="3" name="Date Placeholder 2">
            <a:extLst>
              <a:ext uri="{FF2B5EF4-FFF2-40B4-BE49-F238E27FC236}">
                <a16:creationId xmlns:a16="http://schemas.microsoft.com/office/drawing/2014/main" id="{1B996329-E9ED-DA7F-C4CA-6B56898F1B7F}"/>
              </a:ext>
            </a:extLst>
          </p:cNvPr>
          <p:cNvSpPr>
            <a:spLocks noGrp="1"/>
          </p:cNvSpPr>
          <p:nvPr>
            <p:ph type="dt" sz="half" idx="10"/>
          </p:nvPr>
        </p:nvSpPr>
        <p:spPr/>
        <p:txBody>
          <a:bodyPr/>
          <a:lstStyle/>
          <a:p>
            <a:fld id="{6F9B5920-0271-4D3F-AAAA-3E1AE463D1F6}" type="datetime1">
              <a:t>3/3/2026</a:t>
            </a:fld>
            <a:endParaRPr lang="en-US"/>
          </a:p>
        </p:txBody>
      </p:sp>
      <p:sp>
        <p:nvSpPr>
          <p:cNvPr id="4" name="Footer Placeholder 3">
            <a:extLst>
              <a:ext uri="{FF2B5EF4-FFF2-40B4-BE49-F238E27FC236}">
                <a16:creationId xmlns:a16="http://schemas.microsoft.com/office/drawing/2014/main" id="{A2AD2447-37EC-4F0D-C37E-6FE1B2E12E9A}"/>
              </a:ext>
            </a:extLst>
          </p:cNvPr>
          <p:cNvSpPr>
            <a:spLocks noGrp="1"/>
          </p:cNvSpPr>
          <p:nvPr>
            <p:ph type="ftr" sz="quarter" idx="11"/>
          </p:nvPr>
        </p:nvSpPr>
        <p:spPr/>
        <p:txBody>
          <a:bodyPr/>
          <a:lstStyle/>
          <a:p>
            <a:r>
              <a:rPr lang="en-US"/>
              <a:t>
              </a:t>
            </a:r>
          </a:p>
        </p:txBody>
      </p:sp>
      <p:sp>
        <p:nvSpPr>
          <p:cNvPr id="5" name="Slide Number Placeholder 4">
            <a:extLst>
              <a:ext uri="{FF2B5EF4-FFF2-40B4-BE49-F238E27FC236}">
                <a16:creationId xmlns:a16="http://schemas.microsoft.com/office/drawing/2014/main" id="{9C9C0B0F-5AA6-E473-19AD-95499783517D}"/>
              </a:ext>
            </a:extLst>
          </p:cNvPr>
          <p:cNvSpPr>
            <a:spLocks noGrp="1"/>
          </p:cNvSpPr>
          <p:nvPr>
            <p:ph type="sldNum" sz="quarter" idx="12"/>
          </p:nvPr>
        </p:nvSpPr>
        <p:spPr/>
        <p:txBody>
          <a:bodyPr/>
          <a:lstStyle/>
          <a:p>
            <a:fld id="{8DFDE724-0293-4953-AE9D-4D814FA589B0}" type="slidenum">
              <a:rPr lang="en-US" dirty="0"/>
              <a:t>7</a:t>
            </a:fld>
            <a:endParaRPr lang="en-US"/>
          </a:p>
        </p:txBody>
      </p:sp>
      <p:pic>
        <p:nvPicPr>
          <p:cNvPr id="6" name="Picture 5" descr="A graph with a red line and blue line&#10;&#10;AI-generated content may be incorrect.">
            <a:extLst>
              <a:ext uri="{FF2B5EF4-FFF2-40B4-BE49-F238E27FC236}">
                <a16:creationId xmlns:a16="http://schemas.microsoft.com/office/drawing/2014/main" id="{5AA62297-91FA-8454-920F-5C00132B9B8C}"/>
              </a:ext>
            </a:extLst>
          </p:cNvPr>
          <p:cNvPicPr>
            <a:picLocks noChangeAspect="1"/>
          </p:cNvPicPr>
          <p:nvPr/>
        </p:nvPicPr>
        <p:blipFill>
          <a:blip r:embed="rId2"/>
          <a:stretch>
            <a:fillRect/>
          </a:stretch>
        </p:blipFill>
        <p:spPr>
          <a:xfrm>
            <a:off x="99640" y="2354238"/>
            <a:ext cx="5999078" cy="4503762"/>
          </a:xfrm>
          <a:prstGeom prst="rect">
            <a:avLst/>
          </a:prstGeom>
        </p:spPr>
      </p:pic>
      <p:pic>
        <p:nvPicPr>
          <p:cNvPr id="7" name="Picture 6" descr="A graph with a red line&#10;&#10;AI-generated content may be incorrect.">
            <a:extLst>
              <a:ext uri="{FF2B5EF4-FFF2-40B4-BE49-F238E27FC236}">
                <a16:creationId xmlns:a16="http://schemas.microsoft.com/office/drawing/2014/main" id="{EF5D2A12-3E33-E80C-4DD8-A25D2C867732}"/>
              </a:ext>
            </a:extLst>
          </p:cNvPr>
          <p:cNvPicPr>
            <a:picLocks noChangeAspect="1"/>
          </p:cNvPicPr>
          <p:nvPr/>
        </p:nvPicPr>
        <p:blipFill>
          <a:blip r:embed="rId3"/>
          <a:stretch>
            <a:fillRect/>
          </a:stretch>
        </p:blipFill>
        <p:spPr>
          <a:xfrm>
            <a:off x="6093282" y="2354238"/>
            <a:ext cx="6010451" cy="4503762"/>
          </a:xfrm>
          <a:prstGeom prst="rect">
            <a:avLst/>
          </a:prstGeom>
        </p:spPr>
      </p:pic>
    </p:spTree>
    <p:extLst>
      <p:ext uri="{BB962C8B-B14F-4D97-AF65-F5344CB8AC3E}">
        <p14:creationId xmlns:p14="http://schemas.microsoft.com/office/powerpoint/2010/main" val="5450978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1D29F-9031-EEDD-6B7D-4BE06BBC89C7}"/>
              </a:ext>
            </a:extLst>
          </p:cNvPr>
          <p:cNvSpPr>
            <a:spLocks noGrp="1"/>
          </p:cNvSpPr>
          <p:nvPr>
            <p:ph type="title"/>
          </p:nvPr>
        </p:nvSpPr>
        <p:spPr/>
        <p:txBody>
          <a:bodyPr/>
          <a:lstStyle/>
          <a:p>
            <a:endParaRPr lang="en-US"/>
          </a:p>
        </p:txBody>
      </p:sp>
      <p:sp>
        <p:nvSpPr>
          <p:cNvPr id="3" name="Date Placeholder 2">
            <a:extLst>
              <a:ext uri="{FF2B5EF4-FFF2-40B4-BE49-F238E27FC236}">
                <a16:creationId xmlns:a16="http://schemas.microsoft.com/office/drawing/2014/main" id="{700318E5-C5B3-17FF-662C-CA4DFC89B9CF}"/>
              </a:ext>
            </a:extLst>
          </p:cNvPr>
          <p:cNvSpPr>
            <a:spLocks noGrp="1"/>
          </p:cNvSpPr>
          <p:nvPr>
            <p:ph type="dt" sz="half" idx="10"/>
          </p:nvPr>
        </p:nvSpPr>
        <p:spPr/>
        <p:txBody>
          <a:bodyPr/>
          <a:lstStyle/>
          <a:p>
            <a:fld id="{D041AB74-184F-4135-AB1D-D27F572D18CA}" type="datetime1">
              <a:t>3/3/2026</a:t>
            </a:fld>
            <a:endParaRPr lang="en-US"/>
          </a:p>
        </p:txBody>
      </p:sp>
      <p:sp>
        <p:nvSpPr>
          <p:cNvPr id="4" name="Footer Placeholder 3">
            <a:extLst>
              <a:ext uri="{FF2B5EF4-FFF2-40B4-BE49-F238E27FC236}">
                <a16:creationId xmlns:a16="http://schemas.microsoft.com/office/drawing/2014/main" id="{E9956347-3FFA-B61A-6996-732CBC7E0C70}"/>
              </a:ext>
            </a:extLst>
          </p:cNvPr>
          <p:cNvSpPr>
            <a:spLocks noGrp="1"/>
          </p:cNvSpPr>
          <p:nvPr>
            <p:ph type="ftr" sz="quarter" idx="11"/>
          </p:nvPr>
        </p:nvSpPr>
        <p:spPr/>
        <p:txBody>
          <a:bodyPr/>
          <a:lstStyle/>
          <a:p>
            <a:r>
              <a:rPr lang="en-US"/>
              <a:t>
              </a:t>
            </a:r>
          </a:p>
        </p:txBody>
      </p:sp>
      <p:sp>
        <p:nvSpPr>
          <p:cNvPr id="5" name="Slide Number Placeholder 4">
            <a:extLst>
              <a:ext uri="{FF2B5EF4-FFF2-40B4-BE49-F238E27FC236}">
                <a16:creationId xmlns:a16="http://schemas.microsoft.com/office/drawing/2014/main" id="{CF9E4A64-65C2-2D55-B059-05705EAE0F06}"/>
              </a:ext>
            </a:extLst>
          </p:cNvPr>
          <p:cNvSpPr>
            <a:spLocks noGrp="1"/>
          </p:cNvSpPr>
          <p:nvPr>
            <p:ph type="sldNum" sz="quarter" idx="12"/>
          </p:nvPr>
        </p:nvSpPr>
        <p:spPr/>
        <p:txBody>
          <a:bodyPr/>
          <a:lstStyle/>
          <a:p>
            <a:fld id="{8DFDE724-0293-4953-AE9D-4D814FA589B0}" type="slidenum">
              <a:rPr lang="en-US" dirty="0"/>
              <a:t>8</a:t>
            </a:fld>
            <a:endParaRPr lang="en-US"/>
          </a:p>
        </p:txBody>
      </p:sp>
      <p:pic>
        <p:nvPicPr>
          <p:cNvPr id="6" name="Picture 5" descr="A graph with a red line&#10;&#10;AI-generated content may be incorrect.">
            <a:extLst>
              <a:ext uri="{FF2B5EF4-FFF2-40B4-BE49-F238E27FC236}">
                <a16:creationId xmlns:a16="http://schemas.microsoft.com/office/drawing/2014/main" id="{15E030E3-A40E-5313-9D18-61F8E59B1FA4}"/>
              </a:ext>
            </a:extLst>
          </p:cNvPr>
          <p:cNvPicPr>
            <a:picLocks noChangeAspect="1"/>
          </p:cNvPicPr>
          <p:nvPr/>
        </p:nvPicPr>
        <p:blipFill>
          <a:blip r:embed="rId2"/>
          <a:stretch>
            <a:fillRect/>
          </a:stretch>
        </p:blipFill>
        <p:spPr>
          <a:xfrm>
            <a:off x="-2718" y="2320119"/>
            <a:ext cx="6090063" cy="4537881"/>
          </a:xfrm>
          <a:prstGeom prst="rect">
            <a:avLst/>
          </a:prstGeom>
        </p:spPr>
      </p:pic>
      <p:pic>
        <p:nvPicPr>
          <p:cNvPr id="7" name="Picture 6" descr="A graph with a red line&#10;&#10;AI-generated content may be incorrect.">
            <a:extLst>
              <a:ext uri="{FF2B5EF4-FFF2-40B4-BE49-F238E27FC236}">
                <a16:creationId xmlns:a16="http://schemas.microsoft.com/office/drawing/2014/main" id="{99DD5448-352B-0AE4-C562-94BB2017FE47}"/>
              </a:ext>
            </a:extLst>
          </p:cNvPr>
          <p:cNvPicPr>
            <a:picLocks noChangeAspect="1"/>
          </p:cNvPicPr>
          <p:nvPr/>
        </p:nvPicPr>
        <p:blipFill>
          <a:blip r:embed="rId3"/>
          <a:stretch>
            <a:fillRect/>
          </a:stretch>
        </p:blipFill>
        <p:spPr>
          <a:xfrm>
            <a:off x="6093281" y="2320119"/>
            <a:ext cx="6055944" cy="4537881"/>
          </a:xfrm>
          <a:prstGeom prst="rect">
            <a:avLst/>
          </a:prstGeom>
        </p:spPr>
      </p:pic>
    </p:spTree>
    <p:extLst>
      <p:ext uri="{BB962C8B-B14F-4D97-AF65-F5344CB8AC3E}">
        <p14:creationId xmlns:p14="http://schemas.microsoft.com/office/powerpoint/2010/main" val="16605965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DC3B1-E2E5-B4B7-3234-4189DBF0BC4F}"/>
              </a:ext>
            </a:extLst>
          </p:cNvPr>
          <p:cNvSpPr>
            <a:spLocks noGrp="1"/>
          </p:cNvSpPr>
          <p:nvPr>
            <p:ph type="title"/>
          </p:nvPr>
        </p:nvSpPr>
        <p:spPr/>
        <p:txBody>
          <a:bodyPr/>
          <a:lstStyle/>
          <a:p>
            <a:endParaRPr lang="en-US"/>
          </a:p>
        </p:txBody>
      </p:sp>
      <p:sp>
        <p:nvSpPr>
          <p:cNvPr id="3" name="Date Placeholder 2">
            <a:extLst>
              <a:ext uri="{FF2B5EF4-FFF2-40B4-BE49-F238E27FC236}">
                <a16:creationId xmlns:a16="http://schemas.microsoft.com/office/drawing/2014/main" id="{8925C21E-791C-1207-8CC8-9957CFE6CF3B}"/>
              </a:ext>
            </a:extLst>
          </p:cNvPr>
          <p:cNvSpPr>
            <a:spLocks noGrp="1"/>
          </p:cNvSpPr>
          <p:nvPr>
            <p:ph type="dt" sz="half" idx="10"/>
          </p:nvPr>
        </p:nvSpPr>
        <p:spPr/>
        <p:txBody>
          <a:bodyPr/>
          <a:lstStyle/>
          <a:p>
            <a:fld id="{70DAF9D9-4558-4A29-AEDE-A257DD559A26}" type="datetime1">
              <a:t>3/3/2026</a:t>
            </a:fld>
            <a:endParaRPr lang="en-US"/>
          </a:p>
        </p:txBody>
      </p:sp>
      <p:sp>
        <p:nvSpPr>
          <p:cNvPr id="4" name="Footer Placeholder 3">
            <a:extLst>
              <a:ext uri="{FF2B5EF4-FFF2-40B4-BE49-F238E27FC236}">
                <a16:creationId xmlns:a16="http://schemas.microsoft.com/office/drawing/2014/main" id="{62558F0A-ACE0-AFC6-3635-52C6003D7C70}"/>
              </a:ext>
            </a:extLst>
          </p:cNvPr>
          <p:cNvSpPr>
            <a:spLocks noGrp="1"/>
          </p:cNvSpPr>
          <p:nvPr>
            <p:ph type="ftr" sz="quarter" idx="11"/>
          </p:nvPr>
        </p:nvSpPr>
        <p:spPr/>
        <p:txBody>
          <a:bodyPr/>
          <a:lstStyle/>
          <a:p>
            <a:r>
              <a:rPr lang="en-US"/>
              <a:t>
              </a:t>
            </a:r>
          </a:p>
        </p:txBody>
      </p:sp>
      <p:sp>
        <p:nvSpPr>
          <p:cNvPr id="5" name="Slide Number Placeholder 4">
            <a:extLst>
              <a:ext uri="{FF2B5EF4-FFF2-40B4-BE49-F238E27FC236}">
                <a16:creationId xmlns:a16="http://schemas.microsoft.com/office/drawing/2014/main" id="{F5AC8AA2-9A1B-B25E-E7A5-0DED31033B10}"/>
              </a:ext>
            </a:extLst>
          </p:cNvPr>
          <p:cNvSpPr>
            <a:spLocks noGrp="1"/>
          </p:cNvSpPr>
          <p:nvPr>
            <p:ph type="sldNum" sz="quarter" idx="12"/>
          </p:nvPr>
        </p:nvSpPr>
        <p:spPr/>
        <p:txBody>
          <a:bodyPr/>
          <a:lstStyle/>
          <a:p>
            <a:fld id="{8DFDE724-0293-4953-AE9D-4D814FA589B0}" type="slidenum">
              <a:rPr lang="en-US" dirty="0"/>
              <a:t>9</a:t>
            </a:fld>
            <a:endParaRPr lang="en-US"/>
          </a:p>
        </p:txBody>
      </p:sp>
      <p:pic>
        <p:nvPicPr>
          <p:cNvPr id="6" name="Picture 5" descr="A graph with numbers and a red line&#10;&#10;AI-generated content may be incorrect.">
            <a:extLst>
              <a:ext uri="{FF2B5EF4-FFF2-40B4-BE49-F238E27FC236}">
                <a16:creationId xmlns:a16="http://schemas.microsoft.com/office/drawing/2014/main" id="{3CB1CAD5-DD22-13DF-A688-500F315C3959}"/>
              </a:ext>
            </a:extLst>
          </p:cNvPr>
          <p:cNvPicPr>
            <a:picLocks noChangeAspect="1"/>
          </p:cNvPicPr>
          <p:nvPr/>
        </p:nvPicPr>
        <p:blipFill>
          <a:blip r:embed="rId2"/>
          <a:stretch>
            <a:fillRect/>
          </a:stretch>
        </p:blipFill>
        <p:spPr>
          <a:xfrm>
            <a:off x="88267" y="2342865"/>
            <a:ext cx="6010451" cy="4515135"/>
          </a:xfrm>
          <a:prstGeom prst="rect">
            <a:avLst/>
          </a:prstGeom>
        </p:spPr>
      </p:pic>
      <p:pic>
        <p:nvPicPr>
          <p:cNvPr id="7" name="Picture 6" descr="A graph with a red line&#10;&#10;AI-generated content may be incorrect.">
            <a:extLst>
              <a:ext uri="{FF2B5EF4-FFF2-40B4-BE49-F238E27FC236}">
                <a16:creationId xmlns:a16="http://schemas.microsoft.com/office/drawing/2014/main" id="{80E18F73-81FE-61B1-5E78-C0B03DFE780D}"/>
              </a:ext>
            </a:extLst>
          </p:cNvPr>
          <p:cNvPicPr>
            <a:picLocks noChangeAspect="1"/>
          </p:cNvPicPr>
          <p:nvPr/>
        </p:nvPicPr>
        <p:blipFill>
          <a:blip r:embed="rId3"/>
          <a:stretch>
            <a:fillRect/>
          </a:stretch>
        </p:blipFill>
        <p:spPr>
          <a:xfrm>
            <a:off x="6172893" y="2342865"/>
            <a:ext cx="6021825" cy="4515135"/>
          </a:xfrm>
          <a:prstGeom prst="rect">
            <a:avLst/>
          </a:prstGeom>
        </p:spPr>
      </p:pic>
    </p:spTree>
    <p:extLst>
      <p:ext uri="{BB962C8B-B14F-4D97-AF65-F5344CB8AC3E}">
        <p14:creationId xmlns:p14="http://schemas.microsoft.com/office/powerpoint/2010/main" val="13021405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6D9939-8C95-D526-AE97-AD031AD1D246}"/>
              </a:ext>
            </a:extLst>
          </p:cNvPr>
          <p:cNvSpPr>
            <a:spLocks noGrp="1"/>
          </p:cNvSpPr>
          <p:nvPr>
            <p:ph type="title"/>
          </p:nvPr>
        </p:nvSpPr>
        <p:spPr/>
        <p:txBody>
          <a:bodyPr/>
          <a:lstStyle/>
          <a:p>
            <a:endParaRPr lang="en-US"/>
          </a:p>
        </p:txBody>
      </p:sp>
      <p:sp>
        <p:nvSpPr>
          <p:cNvPr id="3" name="Date Placeholder 2">
            <a:extLst>
              <a:ext uri="{FF2B5EF4-FFF2-40B4-BE49-F238E27FC236}">
                <a16:creationId xmlns:a16="http://schemas.microsoft.com/office/drawing/2014/main" id="{B61BF00A-8DE8-77F4-3B74-FD1E8FDCF386}"/>
              </a:ext>
            </a:extLst>
          </p:cNvPr>
          <p:cNvSpPr>
            <a:spLocks noGrp="1"/>
          </p:cNvSpPr>
          <p:nvPr>
            <p:ph type="dt" sz="half" idx="10"/>
          </p:nvPr>
        </p:nvSpPr>
        <p:spPr/>
        <p:txBody>
          <a:bodyPr/>
          <a:lstStyle/>
          <a:p>
            <a:fld id="{1444F993-3FDC-46A9-9F3E-A94A5FD5FEF2}" type="datetime1">
              <a:t>3/3/2026</a:t>
            </a:fld>
            <a:endParaRPr lang="en-US"/>
          </a:p>
        </p:txBody>
      </p:sp>
      <p:sp>
        <p:nvSpPr>
          <p:cNvPr id="4" name="Footer Placeholder 3">
            <a:extLst>
              <a:ext uri="{FF2B5EF4-FFF2-40B4-BE49-F238E27FC236}">
                <a16:creationId xmlns:a16="http://schemas.microsoft.com/office/drawing/2014/main" id="{884C6773-F24D-1FA5-BEDB-C8B934828B27}"/>
              </a:ext>
            </a:extLst>
          </p:cNvPr>
          <p:cNvSpPr>
            <a:spLocks noGrp="1"/>
          </p:cNvSpPr>
          <p:nvPr>
            <p:ph type="ftr" sz="quarter" idx="11"/>
          </p:nvPr>
        </p:nvSpPr>
        <p:spPr/>
        <p:txBody>
          <a:bodyPr/>
          <a:lstStyle/>
          <a:p>
            <a:r>
              <a:rPr lang="en-US"/>
              <a:t>
              </a:t>
            </a:r>
          </a:p>
        </p:txBody>
      </p:sp>
      <p:sp>
        <p:nvSpPr>
          <p:cNvPr id="5" name="Slide Number Placeholder 4">
            <a:extLst>
              <a:ext uri="{FF2B5EF4-FFF2-40B4-BE49-F238E27FC236}">
                <a16:creationId xmlns:a16="http://schemas.microsoft.com/office/drawing/2014/main" id="{AE1E0224-B338-92B1-63B9-3523C9A1EABC}"/>
              </a:ext>
            </a:extLst>
          </p:cNvPr>
          <p:cNvSpPr>
            <a:spLocks noGrp="1"/>
          </p:cNvSpPr>
          <p:nvPr>
            <p:ph type="sldNum" sz="quarter" idx="12"/>
          </p:nvPr>
        </p:nvSpPr>
        <p:spPr/>
        <p:txBody>
          <a:bodyPr/>
          <a:lstStyle/>
          <a:p>
            <a:fld id="{8DFDE724-0293-4953-AE9D-4D814FA589B0}" type="slidenum">
              <a:rPr lang="en-US" dirty="0"/>
              <a:t>10</a:t>
            </a:fld>
            <a:endParaRPr lang="en-US"/>
          </a:p>
        </p:txBody>
      </p:sp>
      <p:pic>
        <p:nvPicPr>
          <p:cNvPr id="6" name="Picture 5" descr="A graph with a red line&#10;&#10;AI-generated content may be incorrect.">
            <a:extLst>
              <a:ext uri="{FF2B5EF4-FFF2-40B4-BE49-F238E27FC236}">
                <a16:creationId xmlns:a16="http://schemas.microsoft.com/office/drawing/2014/main" id="{3BAB3F6B-6316-60D7-EEA6-2DC44783DF7D}"/>
              </a:ext>
            </a:extLst>
          </p:cNvPr>
          <p:cNvPicPr>
            <a:picLocks noChangeAspect="1"/>
          </p:cNvPicPr>
          <p:nvPr/>
        </p:nvPicPr>
        <p:blipFill>
          <a:blip r:embed="rId2"/>
          <a:stretch>
            <a:fillRect/>
          </a:stretch>
        </p:blipFill>
        <p:spPr>
          <a:xfrm>
            <a:off x="-2718" y="2354238"/>
            <a:ext cx="6090063" cy="4503762"/>
          </a:xfrm>
          <a:prstGeom prst="rect">
            <a:avLst/>
          </a:prstGeom>
        </p:spPr>
      </p:pic>
      <p:pic>
        <p:nvPicPr>
          <p:cNvPr id="7" name="Picture 6" descr="A graph with numbers and a red line&#10;&#10;AI-generated content may be incorrect.">
            <a:extLst>
              <a:ext uri="{FF2B5EF4-FFF2-40B4-BE49-F238E27FC236}">
                <a16:creationId xmlns:a16="http://schemas.microsoft.com/office/drawing/2014/main" id="{10A48EE2-F3D2-890D-A270-7105F1B612BF}"/>
              </a:ext>
            </a:extLst>
          </p:cNvPr>
          <p:cNvPicPr>
            <a:picLocks noChangeAspect="1"/>
          </p:cNvPicPr>
          <p:nvPr/>
        </p:nvPicPr>
        <p:blipFill>
          <a:blip r:embed="rId3"/>
          <a:stretch>
            <a:fillRect/>
          </a:stretch>
        </p:blipFill>
        <p:spPr>
          <a:xfrm>
            <a:off x="6104654" y="2354238"/>
            <a:ext cx="6055944" cy="4503762"/>
          </a:xfrm>
          <a:prstGeom prst="rect">
            <a:avLst/>
          </a:prstGeom>
        </p:spPr>
      </p:pic>
    </p:spTree>
    <p:extLst>
      <p:ext uri="{BB962C8B-B14F-4D97-AF65-F5344CB8AC3E}">
        <p14:creationId xmlns:p14="http://schemas.microsoft.com/office/powerpoint/2010/main" val="31732953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52BBAC-A3E0-C304-3303-41D27E379B6D}"/>
              </a:ext>
            </a:extLst>
          </p:cNvPr>
          <p:cNvSpPr>
            <a:spLocks noGrp="1"/>
          </p:cNvSpPr>
          <p:nvPr>
            <p:ph type="title"/>
          </p:nvPr>
        </p:nvSpPr>
        <p:spPr/>
        <p:txBody>
          <a:bodyPr/>
          <a:lstStyle/>
          <a:p>
            <a:endParaRPr lang="en-US"/>
          </a:p>
        </p:txBody>
      </p:sp>
      <p:sp>
        <p:nvSpPr>
          <p:cNvPr id="3" name="Date Placeholder 2">
            <a:extLst>
              <a:ext uri="{FF2B5EF4-FFF2-40B4-BE49-F238E27FC236}">
                <a16:creationId xmlns:a16="http://schemas.microsoft.com/office/drawing/2014/main" id="{3204CB5B-B544-CD51-BF89-9B2F8426ADA0}"/>
              </a:ext>
            </a:extLst>
          </p:cNvPr>
          <p:cNvSpPr>
            <a:spLocks noGrp="1"/>
          </p:cNvSpPr>
          <p:nvPr>
            <p:ph type="dt" sz="half" idx="10"/>
          </p:nvPr>
        </p:nvSpPr>
        <p:spPr/>
        <p:txBody>
          <a:bodyPr/>
          <a:lstStyle/>
          <a:p>
            <a:fld id="{029E426E-8042-4F0E-BB3F-FFF747BA640D}" type="datetime1">
              <a:t>3/3/2026</a:t>
            </a:fld>
            <a:endParaRPr lang="en-US"/>
          </a:p>
        </p:txBody>
      </p:sp>
      <p:sp>
        <p:nvSpPr>
          <p:cNvPr id="4" name="Footer Placeholder 3">
            <a:extLst>
              <a:ext uri="{FF2B5EF4-FFF2-40B4-BE49-F238E27FC236}">
                <a16:creationId xmlns:a16="http://schemas.microsoft.com/office/drawing/2014/main" id="{A2DF48FF-6AB4-9E83-C05B-7E5A62114B40}"/>
              </a:ext>
            </a:extLst>
          </p:cNvPr>
          <p:cNvSpPr>
            <a:spLocks noGrp="1"/>
          </p:cNvSpPr>
          <p:nvPr>
            <p:ph type="ftr" sz="quarter" idx="11"/>
          </p:nvPr>
        </p:nvSpPr>
        <p:spPr/>
        <p:txBody>
          <a:bodyPr/>
          <a:lstStyle/>
          <a:p>
            <a:r>
              <a:rPr lang="en-US"/>
              <a:t>
              </a:t>
            </a:r>
          </a:p>
        </p:txBody>
      </p:sp>
      <p:sp>
        <p:nvSpPr>
          <p:cNvPr id="5" name="Slide Number Placeholder 4">
            <a:extLst>
              <a:ext uri="{FF2B5EF4-FFF2-40B4-BE49-F238E27FC236}">
                <a16:creationId xmlns:a16="http://schemas.microsoft.com/office/drawing/2014/main" id="{71EC4DC3-2A59-1BC4-E100-8CB76DDA2B18}"/>
              </a:ext>
            </a:extLst>
          </p:cNvPr>
          <p:cNvSpPr>
            <a:spLocks noGrp="1"/>
          </p:cNvSpPr>
          <p:nvPr>
            <p:ph type="sldNum" sz="quarter" idx="12"/>
          </p:nvPr>
        </p:nvSpPr>
        <p:spPr/>
        <p:txBody>
          <a:bodyPr/>
          <a:lstStyle/>
          <a:p>
            <a:fld id="{8DFDE724-0293-4953-AE9D-4D814FA589B0}" type="slidenum">
              <a:rPr lang="en-US" dirty="0"/>
              <a:t>11</a:t>
            </a:fld>
            <a:endParaRPr lang="en-US"/>
          </a:p>
        </p:txBody>
      </p:sp>
      <p:pic>
        <p:nvPicPr>
          <p:cNvPr id="6" name="Picture 5" descr="A graph with a red line&#10;&#10;AI-generated content may be incorrect.">
            <a:extLst>
              <a:ext uri="{FF2B5EF4-FFF2-40B4-BE49-F238E27FC236}">
                <a16:creationId xmlns:a16="http://schemas.microsoft.com/office/drawing/2014/main" id="{10139793-7817-D4E9-8DD8-45F18CC42114}"/>
              </a:ext>
            </a:extLst>
          </p:cNvPr>
          <p:cNvPicPr>
            <a:picLocks noChangeAspect="1"/>
          </p:cNvPicPr>
          <p:nvPr/>
        </p:nvPicPr>
        <p:blipFill>
          <a:blip r:embed="rId2"/>
          <a:stretch>
            <a:fillRect/>
          </a:stretch>
        </p:blipFill>
        <p:spPr>
          <a:xfrm>
            <a:off x="-14091" y="2297373"/>
            <a:ext cx="6078690" cy="4549254"/>
          </a:xfrm>
          <a:prstGeom prst="rect">
            <a:avLst/>
          </a:prstGeom>
        </p:spPr>
      </p:pic>
      <p:pic>
        <p:nvPicPr>
          <p:cNvPr id="7" name="Picture 6" descr="A graph with a red line&#10;&#10;AI-generated content may be incorrect.">
            <a:extLst>
              <a:ext uri="{FF2B5EF4-FFF2-40B4-BE49-F238E27FC236}">
                <a16:creationId xmlns:a16="http://schemas.microsoft.com/office/drawing/2014/main" id="{8E2EB9D6-7AE0-3A67-01EE-4585CDB3C4C4}"/>
              </a:ext>
            </a:extLst>
          </p:cNvPr>
          <p:cNvPicPr>
            <a:picLocks noChangeAspect="1"/>
          </p:cNvPicPr>
          <p:nvPr/>
        </p:nvPicPr>
        <p:blipFill>
          <a:blip r:embed="rId3"/>
          <a:stretch>
            <a:fillRect/>
          </a:stretch>
        </p:blipFill>
        <p:spPr>
          <a:xfrm>
            <a:off x="6127401" y="2297372"/>
            <a:ext cx="6067318" cy="4549255"/>
          </a:xfrm>
          <a:prstGeom prst="rect">
            <a:avLst/>
          </a:prstGeom>
        </p:spPr>
      </p:pic>
    </p:spTree>
    <p:extLst>
      <p:ext uri="{BB962C8B-B14F-4D97-AF65-F5344CB8AC3E}">
        <p14:creationId xmlns:p14="http://schemas.microsoft.com/office/powerpoint/2010/main" val="16873946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7F7B30-8476-D347-6214-BBE9F2DCCBE3}"/>
              </a:ext>
            </a:extLst>
          </p:cNvPr>
          <p:cNvSpPr>
            <a:spLocks noGrp="1"/>
          </p:cNvSpPr>
          <p:nvPr>
            <p:ph type="title"/>
          </p:nvPr>
        </p:nvSpPr>
        <p:spPr>
          <a:xfrm>
            <a:off x="647523" y="549363"/>
            <a:ext cx="11181939" cy="1179147"/>
          </a:xfrm>
        </p:spPr>
        <p:txBody>
          <a:bodyPr vert="horz" lIns="91440" tIns="45720" rIns="91440" bIns="45720" rtlCol="0" anchor="ctr">
            <a:noAutofit/>
          </a:bodyPr>
          <a:lstStyle/>
          <a:p>
            <a:r>
              <a:rPr lang="en-US" sz="2800"/>
              <a:t>Summary Report for SC Ready Math &gt; Vertical S  Free/Reduced = 1</a:t>
            </a:r>
          </a:p>
        </p:txBody>
      </p:sp>
      <p:pic>
        <p:nvPicPr>
          <p:cNvPr id="5" name="Picture 4" descr="A graph with a red line&#10;&#10;AI-generated content may be incorrect.">
            <a:extLst>
              <a:ext uri="{FF2B5EF4-FFF2-40B4-BE49-F238E27FC236}">
                <a16:creationId xmlns:a16="http://schemas.microsoft.com/office/drawing/2014/main" id="{B268DDF7-862A-B64A-611C-12E83E391F0A}"/>
              </a:ext>
            </a:extLst>
          </p:cNvPr>
          <p:cNvPicPr>
            <a:picLocks noChangeAspect="1"/>
          </p:cNvPicPr>
          <p:nvPr/>
        </p:nvPicPr>
        <p:blipFill>
          <a:blip r:embed="rId3"/>
          <a:stretch>
            <a:fillRect/>
          </a:stretch>
        </p:blipFill>
        <p:spPr>
          <a:xfrm>
            <a:off x="8118087" y="2871611"/>
            <a:ext cx="3938076" cy="2992700"/>
          </a:xfrm>
          <a:prstGeom prst="rect">
            <a:avLst/>
          </a:prstGeom>
          <a:ln>
            <a:noFill/>
          </a:ln>
          <a:effectLst>
            <a:outerShdw blurRad="292100" dist="139700" dir="2700000" algn="tl" rotWithShape="0">
              <a:srgbClr val="333333">
                <a:alpha val="65000"/>
              </a:srgbClr>
            </a:outerShdw>
          </a:effectLst>
        </p:spPr>
      </p:pic>
      <p:pic>
        <p:nvPicPr>
          <p:cNvPr id="3" name="Picture 2" descr="A graph with a red line&#10;&#10;AI-generated content may be incorrect.">
            <a:extLst>
              <a:ext uri="{FF2B5EF4-FFF2-40B4-BE49-F238E27FC236}">
                <a16:creationId xmlns:a16="http://schemas.microsoft.com/office/drawing/2014/main" id="{B1E49758-9C49-1880-B757-6D33FDEB51B5}"/>
              </a:ext>
            </a:extLst>
          </p:cNvPr>
          <p:cNvPicPr>
            <a:picLocks noChangeAspect="1"/>
          </p:cNvPicPr>
          <p:nvPr/>
        </p:nvPicPr>
        <p:blipFill>
          <a:blip r:embed="rId4"/>
          <a:stretch>
            <a:fillRect/>
          </a:stretch>
        </p:blipFill>
        <p:spPr>
          <a:xfrm>
            <a:off x="174084" y="2871610"/>
            <a:ext cx="3911827" cy="2992701"/>
          </a:xfrm>
          <a:prstGeom prst="rect">
            <a:avLst/>
          </a:prstGeom>
          <a:ln>
            <a:noFill/>
          </a:ln>
          <a:effectLst>
            <a:outerShdw blurRad="292100" dist="139700" dir="2700000" algn="tl" rotWithShape="0">
              <a:srgbClr val="333333">
                <a:alpha val="65000"/>
              </a:srgbClr>
            </a:outerShdw>
          </a:effectLst>
        </p:spPr>
      </p:pic>
      <p:pic>
        <p:nvPicPr>
          <p:cNvPr id="4" name="Picture 3" descr="A graph with a red line&#10;&#10;AI-generated content may be incorrect.">
            <a:extLst>
              <a:ext uri="{FF2B5EF4-FFF2-40B4-BE49-F238E27FC236}">
                <a16:creationId xmlns:a16="http://schemas.microsoft.com/office/drawing/2014/main" id="{83928791-8739-0E22-3A20-F3DDCC59621C}"/>
              </a:ext>
            </a:extLst>
          </p:cNvPr>
          <p:cNvPicPr>
            <a:picLocks noChangeAspect="1"/>
          </p:cNvPicPr>
          <p:nvPr/>
        </p:nvPicPr>
        <p:blipFill>
          <a:blip r:embed="rId5"/>
          <a:stretch>
            <a:fillRect/>
          </a:stretch>
        </p:blipFill>
        <p:spPr>
          <a:xfrm>
            <a:off x="4236003" y="2030862"/>
            <a:ext cx="3708433" cy="278393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2056752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2A52A1-2614-ECB4-06F5-70C6FAE18A8E}"/>
              </a:ext>
            </a:extLst>
          </p:cNvPr>
          <p:cNvSpPr>
            <a:spLocks noGrp="1"/>
          </p:cNvSpPr>
          <p:nvPr>
            <p:ph type="title"/>
          </p:nvPr>
        </p:nvSpPr>
        <p:spPr>
          <a:xfrm>
            <a:off x="654891" y="523728"/>
            <a:ext cx="10868596" cy="1436883"/>
          </a:xfrm>
        </p:spPr>
        <p:txBody>
          <a:bodyPr vert="horz" lIns="91440" tIns="45720" rIns="91440" bIns="45720" rtlCol="0" anchor="ctr">
            <a:noAutofit/>
          </a:bodyPr>
          <a:lstStyle/>
          <a:p>
            <a:r>
              <a:rPr lang="en-US" sz="2800"/>
              <a:t>Summary Report for SC Ready Math &gt; Vertical S Free/Reduced = 2</a:t>
            </a:r>
          </a:p>
        </p:txBody>
      </p:sp>
      <p:pic>
        <p:nvPicPr>
          <p:cNvPr id="4" name="Picture 3">
            <a:extLst>
              <a:ext uri="{FF2B5EF4-FFF2-40B4-BE49-F238E27FC236}">
                <a16:creationId xmlns:a16="http://schemas.microsoft.com/office/drawing/2014/main" id="{248A3797-849A-E924-A13E-965483920696}"/>
              </a:ext>
            </a:extLst>
          </p:cNvPr>
          <p:cNvPicPr>
            <a:picLocks noChangeAspect="1"/>
          </p:cNvPicPr>
          <p:nvPr/>
        </p:nvPicPr>
        <p:blipFill>
          <a:blip r:embed="rId3"/>
          <a:stretch>
            <a:fillRect/>
          </a:stretch>
        </p:blipFill>
        <p:spPr>
          <a:xfrm>
            <a:off x="140553" y="2505194"/>
            <a:ext cx="3899854" cy="2922088"/>
          </a:xfrm>
          <a:prstGeom prst="rect">
            <a:avLst/>
          </a:prstGeom>
          <a:ln>
            <a:noFill/>
          </a:ln>
          <a:effectLst>
            <a:outerShdw blurRad="292100" dist="139700" dir="2700000" algn="tl" rotWithShape="0">
              <a:srgbClr val="333333">
                <a:alpha val="65000"/>
              </a:srgbClr>
            </a:outerShdw>
          </a:effectLst>
        </p:spPr>
      </p:pic>
      <p:pic>
        <p:nvPicPr>
          <p:cNvPr id="6" name="Picture 5" descr="A graph with a red line&#10;&#10;AI-generated content may be incorrect.">
            <a:extLst>
              <a:ext uri="{FF2B5EF4-FFF2-40B4-BE49-F238E27FC236}">
                <a16:creationId xmlns:a16="http://schemas.microsoft.com/office/drawing/2014/main" id="{71D41E5F-D49E-5128-B69C-8AF521DB4AC0}"/>
              </a:ext>
            </a:extLst>
          </p:cNvPr>
          <p:cNvPicPr>
            <a:picLocks noChangeAspect="1"/>
          </p:cNvPicPr>
          <p:nvPr/>
        </p:nvPicPr>
        <p:blipFill>
          <a:blip r:embed="rId4"/>
          <a:stretch>
            <a:fillRect/>
          </a:stretch>
        </p:blipFill>
        <p:spPr>
          <a:xfrm>
            <a:off x="8282542" y="2505193"/>
            <a:ext cx="3787795" cy="2922088"/>
          </a:xfrm>
          <a:prstGeom prst="rect">
            <a:avLst/>
          </a:prstGeom>
          <a:ln>
            <a:noFill/>
          </a:ln>
          <a:effectLst>
            <a:outerShdw blurRad="292100" dist="139700" dir="2700000" algn="tl" rotWithShape="0">
              <a:srgbClr val="333333">
                <a:alpha val="65000"/>
              </a:srgbClr>
            </a:outerShdw>
          </a:effectLst>
        </p:spPr>
      </p:pic>
      <p:pic>
        <p:nvPicPr>
          <p:cNvPr id="5" name="Picture 4" descr="A graph with a red line&#10;&#10;AI-generated content may be incorrect.">
            <a:extLst>
              <a:ext uri="{FF2B5EF4-FFF2-40B4-BE49-F238E27FC236}">
                <a16:creationId xmlns:a16="http://schemas.microsoft.com/office/drawing/2014/main" id="{CDDD5946-529D-4BEB-8688-4F7C8CAB9E6D}"/>
              </a:ext>
            </a:extLst>
          </p:cNvPr>
          <p:cNvPicPr>
            <a:picLocks noChangeAspect="1"/>
          </p:cNvPicPr>
          <p:nvPr/>
        </p:nvPicPr>
        <p:blipFill>
          <a:blip r:embed="rId5"/>
          <a:stretch>
            <a:fillRect/>
          </a:stretch>
        </p:blipFill>
        <p:spPr>
          <a:xfrm>
            <a:off x="4241530" y="2112988"/>
            <a:ext cx="3888648" cy="292208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6820447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D62A6-3D65-9E76-E0C0-1FBD5E864B48}"/>
              </a:ext>
            </a:extLst>
          </p:cNvPr>
          <p:cNvSpPr>
            <a:spLocks noGrp="1"/>
          </p:cNvSpPr>
          <p:nvPr>
            <p:ph type="title"/>
          </p:nvPr>
        </p:nvSpPr>
        <p:spPr>
          <a:xfrm>
            <a:off x="699714" y="353160"/>
            <a:ext cx="10520300" cy="1346816"/>
          </a:xfrm>
        </p:spPr>
        <p:txBody>
          <a:bodyPr vert="horz" lIns="91440" tIns="45720" rIns="91440" bIns="45720" rtlCol="0" anchor="ctr">
            <a:noAutofit/>
          </a:bodyPr>
          <a:lstStyle/>
          <a:p>
            <a:r>
              <a:rPr lang="en-US" sz="2800"/>
              <a:t>Summary Report for </a:t>
            </a:r>
            <a:br>
              <a:rPr lang="en-US" sz="2800"/>
            </a:br>
            <a:r>
              <a:rPr lang="en-US" sz="2800"/>
              <a:t>SC Ready Math &gt; Vertical S</a:t>
            </a:r>
            <a:br>
              <a:rPr lang="en-US" sz="2800"/>
            </a:br>
            <a:r>
              <a:rPr lang="en-US" sz="2800"/>
              <a:t>Free/Reduced = 3  Absent = 0,1</a:t>
            </a:r>
          </a:p>
        </p:txBody>
      </p:sp>
      <p:pic>
        <p:nvPicPr>
          <p:cNvPr id="4" name="Picture 3" descr="A graph with a red line&#10;&#10;AI-generated content may be incorrect.">
            <a:extLst>
              <a:ext uri="{FF2B5EF4-FFF2-40B4-BE49-F238E27FC236}">
                <a16:creationId xmlns:a16="http://schemas.microsoft.com/office/drawing/2014/main" id="{001C3330-E114-9E37-E3B3-BA24F372916A}"/>
              </a:ext>
            </a:extLst>
          </p:cNvPr>
          <p:cNvPicPr>
            <a:picLocks noChangeAspect="1"/>
          </p:cNvPicPr>
          <p:nvPr/>
        </p:nvPicPr>
        <p:blipFill>
          <a:blip r:embed="rId3"/>
          <a:stretch>
            <a:fillRect/>
          </a:stretch>
        </p:blipFill>
        <p:spPr>
          <a:xfrm>
            <a:off x="6346799" y="2217340"/>
            <a:ext cx="5131088" cy="3848316"/>
          </a:xfrm>
          <a:prstGeom prst="rect">
            <a:avLst/>
          </a:prstGeom>
        </p:spPr>
      </p:pic>
      <p:pic>
        <p:nvPicPr>
          <p:cNvPr id="3" name="Picture 2" descr="A graph with a red line&#10;&#10;AI-generated content may be incorrect.">
            <a:extLst>
              <a:ext uri="{FF2B5EF4-FFF2-40B4-BE49-F238E27FC236}">
                <a16:creationId xmlns:a16="http://schemas.microsoft.com/office/drawing/2014/main" id="{A659FFA1-4BA7-81C5-65D0-5AC15CED1064}"/>
              </a:ext>
            </a:extLst>
          </p:cNvPr>
          <p:cNvPicPr>
            <a:picLocks noChangeAspect="1"/>
          </p:cNvPicPr>
          <p:nvPr/>
        </p:nvPicPr>
        <p:blipFill>
          <a:blip r:embed="rId4"/>
          <a:stretch>
            <a:fillRect/>
          </a:stretch>
        </p:blipFill>
        <p:spPr>
          <a:xfrm>
            <a:off x="830352" y="2215081"/>
            <a:ext cx="5131087" cy="3848315"/>
          </a:xfrm>
          <a:prstGeom prst="rect">
            <a:avLst/>
          </a:prstGeom>
        </p:spPr>
      </p:pic>
    </p:spTree>
    <p:extLst>
      <p:ext uri="{BB962C8B-B14F-4D97-AF65-F5344CB8AC3E}">
        <p14:creationId xmlns:p14="http://schemas.microsoft.com/office/powerpoint/2010/main" val="17997668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97E40-B1C9-A135-E31B-B5A333CE894E}"/>
              </a:ext>
            </a:extLst>
          </p:cNvPr>
          <p:cNvSpPr>
            <a:spLocks noGrp="1"/>
          </p:cNvSpPr>
          <p:nvPr>
            <p:ph type="title"/>
          </p:nvPr>
        </p:nvSpPr>
        <p:spPr>
          <a:xfrm>
            <a:off x="520420" y="353160"/>
            <a:ext cx="10957328" cy="1817462"/>
          </a:xfrm>
        </p:spPr>
        <p:txBody>
          <a:bodyPr vert="horz" lIns="91440" tIns="45720" rIns="91440" bIns="45720" rtlCol="0" anchor="ctr">
            <a:noAutofit/>
          </a:bodyPr>
          <a:lstStyle/>
          <a:p>
            <a:r>
              <a:rPr lang="en-US" sz="2800"/>
              <a:t>Summary Report for </a:t>
            </a:r>
            <a:br>
              <a:rPr lang="en-US" sz="2800"/>
            </a:br>
            <a:r>
              <a:rPr lang="en-US" sz="2800"/>
              <a:t>SC Ready Math &gt; Vertical S</a:t>
            </a:r>
            <a:br>
              <a:rPr lang="en-US" sz="2800"/>
            </a:br>
            <a:r>
              <a:rPr lang="en-US" sz="2800"/>
              <a:t>Free/Reduced = 3  Absent = 2,3</a:t>
            </a:r>
          </a:p>
        </p:txBody>
      </p:sp>
      <p:pic>
        <p:nvPicPr>
          <p:cNvPr id="6" name="Picture 5" descr="A graph with a red line&#10;&#10;AI-generated content may be incorrect.">
            <a:extLst>
              <a:ext uri="{FF2B5EF4-FFF2-40B4-BE49-F238E27FC236}">
                <a16:creationId xmlns:a16="http://schemas.microsoft.com/office/drawing/2014/main" id="{0DC40585-F653-05C9-3CA5-EF3D1A8E8183}"/>
              </a:ext>
            </a:extLst>
          </p:cNvPr>
          <p:cNvPicPr>
            <a:picLocks noChangeAspect="1"/>
          </p:cNvPicPr>
          <p:nvPr/>
        </p:nvPicPr>
        <p:blipFill>
          <a:blip r:embed="rId3"/>
          <a:stretch>
            <a:fillRect/>
          </a:stretch>
        </p:blipFill>
        <p:spPr>
          <a:xfrm>
            <a:off x="534745" y="2291412"/>
            <a:ext cx="5460236" cy="3838820"/>
          </a:xfrm>
          <a:prstGeom prst="rect">
            <a:avLst/>
          </a:prstGeom>
          <a:ln>
            <a:noFill/>
          </a:ln>
          <a:effectLst>
            <a:outerShdw blurRad="292100" dist="139700" dir="2700000" algn="tl" rotWithShape="0">
              <a:srgbClr val="333333">
                <a:alpha val="65000"/>
              </a:srgbClr>
            </a:outerShdw>
          </a:effectLst>
        </p:spPr>
      </p:pic>
      <p:pic>
        <p:nvPicPr>
          <p:cNvPr id="5" name="Picture 4" descr="A graph with a red line&#10;&#10;AI-generated content may be incorrect.">
            <a:extLst>
              <a:ext uri="{FF2B5EF4-FFF2-40B4-BE49-F238E27FC236}">
                <a16:creationId xmlns:a16="http://schemas.microsoft.com/office/drawing/2014/main" id="{B3796E56-EE32-1888-96D4-60379200FAA1}"/>
              </a:ext>
            </a:extLst>
          </p:cNvPr>
          <p:cNvPicPr>
            <a:picLocks noChangeAspect="1"/>
          </p:cNvPicPr>
          <p:nvPr/>
        </p:nvPicPr>
        <p:blipFill>
          <a:blip r:embed="rId4"/>
          <a:stretch>
            <a:fillRect/>
          </a:stretch>
        </p:blipFill>
        <p:spPr>
          <a:xfrm>
            <a:off x="6345165" y="2292573"/>
            <a:ext cx="5310381" cy="384831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5960437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2DB00F-CB38-3FFC-8C8A-152D66A2A02F}"/>
              </a:ext>
            </a:extLst>
          </p:cNvPr>
          <p:cNvSpPr>
            <a:spLocks noGrp="1"/>
          </p:cNvSpPr>
          <p:nvPr>
            <p:ph type="title"/>
          </p:nvPr>
        </p:nvSpPr>
        <p:spPr>
          <a:xfrm>
            <a:off x="699715" y="288404"/>
            <a:ext cx="10588449" cy="1638589"/>
          </a:xfrm>
        </p:spPr>
        <p:txBody>
          <a:bodyPr vert="horz" lIns="91440" tIns="45720" rIns="91440" bIns="45720" rtlCol="0" anchor="ctr">
            <a:normAutofit/>
          </a:bodyPr>
          <a:lstStyle/>
          <a:p>
            <a:r>
              <a:rPr lang="en-US" sz="2800"/>
              <a:t>Summary Report for </a:t>
            </a:r>
            <a:br>
              <a:rPr lang="en-US" sz="2800"/>
            </a:br>
            <a:r>
              <a:rPr lang="en-US" sz="2800"/>
              <a:t>SC Ready Math &gt; Vertical S</a:t>
            </a:r>
            <a:br>
              <a:rPr lang="en-US" sz="2800"/>
            </a:br>
            <a:r>
              <a:rPr lang="en-US" sz="2800"/>
              <a:t>Free/Reduced = 3  Absent = 4,5,6</a:t>
            </a:r>
          </a:p>
        </p:txBody>
      </p:sp>
      <p:pic>
        <p:nvPicPr>
          <p:cNvPr id="5" name="Picture 4" descr="A graph with a red line&#10;&#10;AI-generated content may be incorrect.">
            <a:extLst>
              <a:ext uri="{FF2B5EF4-FFF2-40B4-BE49-F238E27FC236}">
                <a16:creationId xmlns:a16="http://schemas.microsoft.com/office/drawing/2014/main" id="{0AF611B4-4138-7ABF-5940-719FB661CAEB}"/>
              </a:ext>
            </a:extLst>
          </p:cNvPr>
          <p:cNvPicPr>
            <a:picLocks noChangeAspect="1"/>
          </p:cNvPicPr>
          <p:nvPr/>
        </p:nvPicPr>
        <p:blipFill>
          <a:blip r:embed="rId3"/>
          <a:stretch>
            <a:fillRect/>
          </a:stretch>
        </p:blipFill>
        <p:spPr>
          <a:xfrm>
            <a:off x="8061269" y="2391236"/>
            <a:ext cx="4052368" cy="3036046"/>
          </a:xfrm>
          <a:prstGeom prst="rect">
            <a:avLst/>
          </a:prstGeom>
          <a:ln>
            <a:noFill/>
          </a:ln>
          <a:effectLst>
            <a:outerShdw blurRad="292100" dist="139700" dir="2700000" algn="tl" rotWithShape="0">
              <a:srgbClr val="333333">
                <a:alpha val="65000"/>
              </a:srgbClr>
            </a:outerShdw>
          </a:effectLst>
        </p:spPr>
      </p:pic>
      <p:pic>
        <p:nvPicPr>
          <p:cNvPr id="4" name="Picture 3" descr="A graph of a graph&#10;&#10;AI-generated content may be incorrect.">
            <a:extLst>
              <a:ext uri="{FF2B5EF4-FFF2-40B4-BE49-F238E27FC236}">
                <a16:creationId xmlns:a16="http://schemas.microsoft.com/office/drawing/2014/main" id="{FAC2276D-A3B2-BF26-69F7-D5DD5B2841A4}"/>
              </a:ext>
            </a:extLst>
          </p:cNvPr>
          <p:cNvPicPr>
            <a:picLocks noChangeAspect="1"/>
          </p:cNvPicPr>
          <p:nvPr/>
        </p:nvPicPr>
        <p:blipFill>
          <a:blip r:embed="rId4"/>
          <a:stretch>
            <a:fillRect/>
          </a:stretch>
        </p:blipFill>
        <p:spPr>
          <a:xfrm>
            <a:off x="4050443" y="2391236"/>
            <a:ext cx="4013622" cy="3036046"/>
          </a:xfrm>
          <a:prstGeom prst="rect">
            <a:avLst/>
          </a:prstGeom>
          <a:ln>
            <a:noFill/>
          </a:ln>
          <a:effectLst>
            <a:outerShdw blurRad="292100" dist="139700" dir="2700000" algn="tl" rotWithShape="0">
              <a:srgbClr val="333333">
                <a:alpha val="65000"/>
              </a:srgbClr>
            </a:outerShdw>
          </a:effectLst>
        </p:spPr>
      </p:pic>
      <p:pic>
        <p:nvPicPr>
          <p:cNvPr id="3" name="Picture 2" descr="A graph with a red line&#10;&#10;AI-generated content may be incorrect.">
            <a:extLst>
              <a:ext uri="{FF2B5EF4-FFF2-40B4-BE49-F238E27FC236}">
                <a16:creationId xmlns:a16="http://schemas.microsoft.com/office/drawing/2014/main" id="{D42A51EB-37DB-245C-1C15-7056E2357FB1}"/>
              </a:ext>
            </a:extLst>
          </p:cNvPr>
          <p:cNvPicPr>
            <a:picLocks noChangeAspect="1"/>
          </p:cNvPicPr>
          <p:nvPr/>
        </p:nvPicPr>
        <p:blipFill>
          <a:blip r:embed="rId5"/>
          <a:stretch>
            <a:fillRect/>
          </a:stretch>
        </p:blipFill>
        <p:spPr>
          <a:xfrm>
            <a:off x="142416" y="2389525"/>
            <a:ext cx="4165185" cy="303775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730359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41AE5-7DA7-3A7D-DCB4-B60FD8755453}"/>
              </a:ext>
            </a:extLst>
          </p:cNvPr>
          <p:cNvSpPr>
            <a:spLocks noGrp="1"/>
          </p:cNvSpPr>
          <p:nvPr>
            <p:ph type="title"/>
          </p:nvPr>
        </p:nvSpPr>
        <p:spPr/>
        <p:txBody>
          <a:bodyPr vert="horz" lIns="91440" tIns="45720" rIns="91440" bIns="45720" rtlCol="0" anchor="ctr">
            <a:normAutofit/>
          </a:bodyPr>
          <a:lstStyle/>
          <a:p>
            <a:pPr algn="ctr"/>
            <a:r>
              <a:rPr lang="en-US"/>
              <a:t>Root Cause Brainstorming</a:t>
            </a:r>
          </a:p>
        </p:txBody>
      </p:sp>
      <p:pic>
        <p:nvPicPr>
          <p:cNvPr id="4" name="Content Placeholder 3">
            <a:extLst>
              <a:ext uri="{FF2B5EF4-FFF2-40B4-BE49-F238E27FC236}">
                <a16:creationId xmlns:a16="http://schemas.microsoft.com/office/drawing/2014/main" id="{8A560AA4-78EA-5478-EC34-8A3CDA6961D0}"/>
              </a:ext>
            </a:extLst>
          </p:cNvPr>
          <p:cNvPicPr>
            <a:picLocks noGrp="1" noChangeAspect="1"/>
          </p:cNvPicPr>
          <p:nvPr>
            <p:ph idx="1"/>
          </p:nvPr>
        </p:nvPicPr>
        <p:blipFill>
          <a:blip r:embed="rId3"/>
          <a:stretch>
            <a:fillRect/>
          </a:stretch>
        </p:blipFill>
        <p:spPr>
          <a:xfrm>
            <a:off x="226540" y="1697163"/>
            <a:ext cx="11738918" cy="4340532"/>
          </a:xfrm>
          <a:prstGeom prst="rect">
            <a:avLst/>
          </a:prstGeom>
        </p:spPr>
      </p:pic>
    </p:spTree>
    <p:extLst>
      <p:ext uri="{BB962C8B-B14F-4D97-AF65-F5344CB8AC3E}">
        <p14:creationId xmlns:p14="http://schemas.microsoft.com/office/powerpoint/2010/main" val="33140731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diagram of a student gender&#10;&#10;AI-generated content may be incorrect.">
            <a:extLst>
              <a:ext uri="{FF2B5EF4-FFF2-40B4-BE49-F238E27FC236}">
                <a16:creationId xmlns:a16="http://schemas.microsoft.com/office/drawing/2014/main" id="{92950D1B-C829-76D5-E532-5718ABE819DE}"/>
              </a:ext>
            </a:extLst>
          </p:cNvPr>
          <p:cNvPicPr>
            <a:picLocks noChangeAspect="1"/>
          </p:cNvPicPr>
          <p:nvPr/>
        </p:nvPicPr>
        <p:blipFill>
          <a:blip r:embed="rId3"/>
          <a:stretch>
            <a:fillRect/>
          </a:stretch>
        </p:blipFill>
        <p:spPr>
          <a:xfrm>
            <a:off x="-2281" y="75663"/>
            <a:ext cx="4136534" cy="3272308"/>
          </a:xfrm>
          <a:prstGeom prst="rect">
            <a:avLst/>
          </a:prstGeom>
        </p:spPr>
      </p:pic>
      <p:pic>
        <p:nvPicPr>
          <p:cNvPr id="5" name="Picture 4" descr="A diagram of a student learning disability&#10;&#10;AI-generated content may be incorrect.">
            <a:extLst>
              <a:ext uri="{FF2B5EF4-FFF2-40B4-BE49-F238E27FC236}">
                <a16:creationId xmlns:a16="http://schemas.microsoft.com/office/drawing/2014/main" id="{40A71D42-8A61-766E-F8DB-30328097A23E}"/>
              </a:ext>
            </a:extLst>
          </p:cNvPr>
          <p:cNvPicPr>
            <a:picLocks noChangeAspect="1"/>
          </p:cNvPicPr>
          <p:nvPr/>
        </p:nvPicPr>
        <p:blipFill>
          <a:blip r:embed="rId4"/>
          <a:stretch>
            <a:fillRect/>
          </a:stretch>
        </p:blipFill>
        <p:spPr>
          <a:xfrm>
            <a:off x="4127008" y="-2147"/>
            <a:ext cx="7781255" cy="4077908"/>
          </a:xfrm>
          <a:prstGeom prst="rect">
            <a:avLst/>
          </a:prstGeom>
        </p:spPr>
      </p:pic>
      <p:pic>
        <p:nvPicPr>
          <p:cNvPr id="6" name="Picture 5">
            <a:extLst>
              <a:ext uri="{FF2B5EF4-FFF2-40B4-BE49-F238E27FC236}">
                <a16:creationId xmlns:a16="http://schemas.microsoft.com/office/drawing/2014/main" id="{443C11EC-2AA9-6C86-5A83-46A0002A0302}"/>
              </a:ext>
            </a:extLst>
          </p:cNvPr>
          <p:cNvPicPr>
            <a:picLocks noChangeAspect="1"/>
          </p:cNvPicPr>
          <p:nvPr/>
        </p:nvPicPr>
        <p:blipFill>
          <a:blip r:embed="rId5"/>
          <a:stretch>
            <a:fillRect/>
          </a:stretch>
        </p:blipFill>
        <p:spPr>
          <a:xfrm>
            <a:off x="1301705" y="3933958"/>
            <a:ext cx="5647253" cy="2751117"/>
          </a:xfrm>
          <a:prstGeom prst="rect">
            <a:avLst/>
          </a:prstGeom>
        </p:spPr>
      </p:pic>
    </p:spTree>
    <p:extLst>
      <p:ext uri="{BB962C8B-B14F-4D97-AF65-F5344CB8AC3E}">
        <p14:creationId xmlns:p14="http://schemas.microsoft.com/office/powerpoint/2010/main" val="33414445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diagram of a lunch program&#10;&#10;AI-generated content may be incorrect.">
            <a:extLst>
              <a:ext uri="{FF2B5EF4-FFF2-40B4-BE49-F238E27FC236}">
                <a16:creationId xmlns:a16="http://schemas.microsoft.com/office/drawing/2014/main" id="{E866C32D-6CDA-D7C5-4900-A54E4CA3F075}"/>
              </a:ext>
            </a:extLst>
          </p:cNvPr>
          <p:cNvPicPr>
            <a:picLocks noChangeAspect="1"/>
          </p:cNvPicPr>
          <p:nvPr/>
        </p:nvPicPr>
        <p:blipFill>
          <a:blip r:embed="rId3"/>
          <a:stretch>
            <a:fillRect/>
          </a:stretch>
        </p:blipFill>
        <p:spPr>
          <a:xfrm>
            <a:off x="2798337" y="249193"/>
            <a:ext cx="5500621" cy="3440404"/>
          </a:xfrm>
          <a:prstGeom prst="rect">
            <a:avLst/>
          </a:prstGeom>
        </p:spPr>
      </p:pic>
      <p:pic>
        <p:nvPicPr>
          <p:cNvPr id="5" name="Picture 4" descr="A diagram of a student&amp;#39;s process&#10;&#10;AI-generated content may be incorrect.">
            <a:extLst>
              <a:ext uri="{FF2B5EF4-FFF2-40B4-BE49-F238E27FC236}">
                <a16:creationId xmlns:a16="http://schemas.microsoft.com/office/drawing/2014/main" id="{B06483F2-1BA1-262F-1573-7AF2005D5097}"/>
              </a:ext>
            </a:extLst>
          </p:cNvPr>
          <p:cNvPicPr>
            <a:picLocks noChangeAspect="1"/>
          </p:cNvPicPr>
          <p:nvPr/>
        </p:nvPicPr>
        <p:blipFill>
          <a:blip r:embed="rId4"/>
          <a:stretch>
            <a:fillRect/>
          </a:stretch>
        </p:blipFill>
        <p:spPr>
          <a:xfrm>
            <a:off x="7088612" y="3938453"/>
            <a:ext cx="3598706" cy="2138296"/>
          </a:xfrm>
          <a:prstGeom prst="rect">
            <a:avLst/>
          </a:prstGeom>
        </p:spPr>
      </p:pic>
      <p:pic>
        <p:nvPicPr>
          <p:cNvPr id="6" name="Picture 5" descr="A diagram of a student race&#10;&#10;AI-generated content may be incorrect.">
            <a:extLst>
              <a:ext uri="{FF2B5EF4-FFF2-40B4-BE49-F238E27FC236}">
                <a16:creationId xmlns:a16="http://schemas.microsoft.com/office/drawing/2014/main" id="{8B554029-CFC7-3ABB-B819-4DA050A760F1}"/>
              </a:ext>
            </a:extLst>
          </p:cNvPr>
          <p:cNvPicPr>
            <a:picLocks noChangeAspect="1"/>
          </p:cNvPicPr>
          <p:nvPr/>
        </p:nvPicPr>
        <p:blipFill>
          <a:blip r:embed="rId5"/>
          <a:stretch>
            <a:fillRect/>
          </a:stretch>
        </p:blipFill>
        <p:spPr>
          <a:xfrm>
            <a:off x="667957" y="4257742"/>
            <a:ext cx="4258749" cy="2252999"/>
          </a:xfrm>
          <a:prstGeom prst="rect">
            <a:avLst/>
          </a:prstGeom>
        </p:spPr>
      </p:pic>
    </p:spTree>
    <p:extLst>
      <p:ext uri="{BB962C8B-B14F-4D97-AF65-F5344CB8AC3E}">
        <p14:creationId xmlns:p14="http://schemas.microsoft.com/office/powerpoint/2010/main" val="42767600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30564EC-593E-A5F0-AABE-7F5839556E7E}"/>
              </a:ext>
            </a:extLst>
          </p:cNvPr>
          <p:cNvPicPr>
            <a:picLocks noChangeAspect="1"/>
          </p:cNvPicPr>
          <p:nvPr/>
        </p:nvPicPr>
        <p:blipFill>
          <a:blip r:embed="rId3"/>
          <a:stretch>
            <a:fillRect/>
          </a:stretch>
        </p:blipFill>
        <p:spPr>
          <a:xfrm>
            <a:off x="0" y="429898"/>
            <a:ext cx="12192000" cy="5998203"/>
          </a:xfrm>
          <a:prstGeom prst="rect">
            <a:avLst/>
          </a:prstGeom>
        </p:spPr>
      </p:pic>
    </p:spTree>
    <p:extLst>
      <p:ext uri="{BB962C8B-B14F-4D97-AF65-F5344CB8AC3E}">
        <p14:creationId xmlns:p14="http://schemas.microsoft.com/office/powerpoint/2010/main" val="14081211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99E7BD4-E5DD-EA1C-BC0E-5D9D9BB9E9A4}"/>
              </a:ext>
            </a:extLst>
          </p:cNvPr>
          <p:cNvPicPr>
            <a:picLocks noChangeAspect="1"/>
          </p:cNvPicPr>
          <p:nvPr/>
        </p:nvPicPr>
        <p:blipFill>
          <a:blip r:embed="rId3"/>
          <a:stretch>
            <a:fillRect/>
          </a:stretch>
        </p:blipFill>
        <p:spPr>
          <a:xfrm>
            <a:off x="100013" y="1485900"/>
            <a:ext cx="11991975" cy="3886200"/>
          </a:xfrm>
          <a:prstGeom prst="rect">
            <a:avLst/>
          </a:prstGeom>
        </p:spPr>
      </p:pic>
    </p:spTree>
    <p:extLst>
      <p:ext uri="{BB962C8B-B14F-4D97-AF65-F5344CB8AC3E}">
        <p14:creationId xmlns:p14="http://schemas.microsoft.com/office/powerpoint/2010/main" val="11356122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778EC-4350-DB81-3138-AAEC012D2D75}"/>
              </a:ext>
            </a:extLst>
          </p:cNvPr>
          <p:cNvSpPr>
            <a:spLocks noGrp="1"/>
          </p:cNvSpPr>
          <p:nvPr>
            <p:ph type="title"/>
          </p:nvPr>
        </p:nvSpPr>
        <p:spPr>
          <a:xfrm>
            <a:off x="831072" y="365125"/>
            <a:ext cx="10391284" cy="1135892"/>
          </a:xfrm>
          <a:solidFill>
            <a:schemeClr val="accent1">
              <a:lumMod val="20000"/>
              <a:lumOff val="80000"/>
            </a:schemeClr>
          </a:solidFill>
        </p:spPr>
        <p:txBody>
          <a:bodyPr vert="horz" lIns="91440" tIns="45720" rIns="91440" bIns="45720" rtlCol="0" anchor="ctr">
            <a:normAutofit/>
          </a:bodyPr>
          <a:lstStyle/>
          <a:p>
            <a:pPr algn="ctr"/>
            <a:r>
              <a:rPr lang="en-US"/>
              <a:t>ANOVA General Linear Model</a:t>
            </a:r>
          </a:p>
        </p:txBody>
      </p:sp>
      <p:pic>
        <p:nvPicPr>
          <p:cNvPr id="9" name="Picture 8" descr="A screenshot of a computer&#10;&#10;AI-generated content may be incorrect.">
            <a:extLst>
              <a:ext uri="{FF2B5EF4-FFF2-40B4-BE49-F238E27FC236}">
                <a16:creationId xmlns:a16="http://schemas.microsoft.com/office/drawing/2014/main" id="{504BF29E-E697-3A72-318D-DF525C6CC47C}"/>
              </a:ext>
            </a:extLst>
          </p:cNvPr>
          <p:cNvPicPr>
            <a:picLocks noChangeAspect="1"/>
          </p:cNvPicPr>
          <p:nvPr/>
        </p:nvPicPr>
        <p:blipFill>
          <a:blip r:embed="rId3"/>
          <a:stretch>
            <a:fillRect/>
          </a:stretch>
        </p:blipFill>
        <p:spPr>
          <a:xfrm>
            <a:off x="826356" y="1503555"/>
            <a:ext cx="3223781" cy="2800062"/>
          </a:xfrm>
          <a:prstGeom prst="rect">
            <a:avLst/>
          </a:prstGeom>
        </p:spPr>
      </p:pic>
      <p:pic>
        <p:nvPicPr>
          <p:cNvPr id="10" name="Picture 9" descr="A screenshot of a table&#10;&#10;AI-generated content may be incorrect.">
            <a:extLst>
              <a:ext uri="{FF2B5EF4-FFF2-40B4-BE49-F238E27FC236}">
                <a16:creationId xmlns:a16="http://schemas.microsoft.com/office/drawing/2014/main" id="{E155B688-00E9-5895-D519-6EA631D26B6B}"/>
              </a:ext>
            </a:extLst>
          </p:cNvPr>
          <p:cNvPicPr>
            <a:picLocks noChangeAspect="1"/>
          </p:cNvPicPr>
          <p:nvPr/>
        </p:nvPicPr>
        <p:blipFill>
          <a:blip r:embed="rId4"/>
          <a:stretch>
            <a:fillRect/>
          </a:stretch>
        </p:blipFill>
        <p:spPr>
          <a:xfrm>
            <a:off x="823822" y="4307753"/>
            <a:ext cx="3243985" cy="2191040"/>
          </a:xfrm>
          <a:prstGeom prst="rect">
            <a:avLst/>
          </a:prstGeom>
        </p:spPr>
      </p:pic>
      <p:pic>
        <p:nvPicPr>
          <p:cNvPr id="11" name="Picture 10">
            <a:extLst>
              <a:ext uri="{FF2B5EF4-FFF2-40B4-BE49-F238E27FC236}">
                <a16:creationId xmlns:a16="http://schemas.microsoft.com/office/drawing/2014/main" id="{B3C99598-6AF3-C005-874F-E90408B90502}"/>
              </a:ext>
            </a:extLst>
          </p:cNvPr>
          <p:cNvPicPr>
            <a:picLocks noChangeAspect="1"/>
          </p:cNvPicPr>
          <p:nvPr/>
        </p:nvPicPr>
        <p:blipFill>
          <a:blip r:embed="rId5"/>
          <a:stretch>
            <a:fillRect/>
          </a:stretch>
        </p:blipFill>
        <p:spPr>
          <a:xfrm>
            <a:off x="4724111" y="1688737"/>
            <a:ext cx="6519141" cy="2813627"/>
          </a:xfrm>
          <a:prstGeom prst="rect">
            <a:avLst/>
          </a:prstGeom>
        </p:spPr>
      </p:pic>
      <p:pic>
        <p:nvPicPr>
          <p:cNvPr id="13" name="Picture 12" descr="A white background with black text&#10;&#10;AI-generated content may be incorrect.">
            <a:extLst>
              <a:ext uri="{FF2B5EF4-FFF2-40B4-BE49-F238E27FC236}">
                <a16:creationId xmlns:a16="http://schemas.microsoft.com/office/drawing/2014/main" id="{092C4EFD-9E7D-EF22-5193-5F7F88179DFE}"/>
              </a:ext>
            </a:extLst>
          </p:cNvPr>
          <p:cNvPicPr>
            <a:picLocks noChangeAspect="1"/>
          </p:cNvPicPr>
          <p:nvPr/>
        </p:nvPicPr>
        <p:blipFill>
          <a:blip r:embed="rId6"/>
          <a:stretch>
            <a:fillRect/>
          </a:stretch>
        </p:blipFill>
        <p:spPr>
          <a:xfrm>
            <a:off x="4726277" y="4500130"/>
            <a:ext cx="6514812" cy="2002560"/>
          </a:xfrm>
          <a:prstGeom prst="rect">
            <a:avLst/>
          </a:prstGeom>
        </p:spPr>
      </p:pic>
    </p:spTree>
    <p:extLst>
      <p:ext uri="{BB962C8B-B14F-4D97-AF65-F5344CB8AC3E}">
        <p14:creationId xmlns:p14="http://schemas.microsoft.com/office/powerpoint/2010/main" val="18339455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B7225B5-C409-9D6D-796E-2C7D97D5558A}"/>
              </a:ext>
            </a:extLst>
          </p:cNvPr>
          <p:cNvSpPr>
            <a:spLocks noGrp="1"/>
          </p:cNvSpPr>
          <p:nvPr>
            <p:ph type="dt" sz="half" idx="10"/>
          </p:nvPr>
        </p:nvSpPr>
        <p:spPr/>
        <p:txBody>
          <a:bodyPr/>
          <a:lstStyle/>
          <a:p>
            <a:fld id="{B9784C91-C4A6-4615-82AB-1AC05BA28F61}" type="datetime1">
              <a:t>3/3/2026</a:t>
            </a:fld>
            <a:endParaRPr lang="en-US"/>
          </a:p>
        </p:txBody>
      </p:sp>
      <p:sp>
        <p:nvSpPr>
          <p:cNvPr id="5" name="Footer Placeholder 4">
            <a:extLst>
              <a:ext uri="{FF2B5EF4-FFF2-40B4-BE49-F238E27FC236}">
                <a16:creationId xmlns:a16="http://schemas.microsoft.com/office/drawing/2014/main" id="{B232405D-796F-9237-4526-844DB545ACD2}"/>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FF942069-5AC2-2A49-2972-06C7EFF94541}"/>
              </a:ext>
            </a:extLst>
          </p:cNvPr>
          <p:cNvSpPr>
            <a:spLocks noGrp="1"/>
          </p:cNvSpPr>
          <p:nvPr>
            <p:ph type="sldNum" sz="quarter" idx="12"/>
          </p:nvPr>
        </p:nvSpPr>
        <p:spPr/>
        <p:txBody>
          <a:bodyPr/>
          <a:lstStyle/>
          <a:p>
            <a:fld id="{8DFDE724-0293-4953-AE9D-4D814FA589B0}" type="slidenum">
              <a:rPr lang="en-US" dirty="0"/>
              <a:t>23</a:t>
            </a:fld>
            <a:endParaRPr lang="en-US"/>
          </a:p>
        </p:txBody>
      </p:sp>
      <p:pic>
        <p:nvPicPr>
          <p:cNvPr id="7" name="Picture 6" descr="A screenshot of a graph&#10;&#10;AI-generated content may be incorrect.">
            <a:extLst>
              <a:ext uri="{FF2B5EF4-FFF2-40B4-BE49-F238E27FC236}">
                <a16:creationId xmlns:a16="http://schemas.microsoft.com/office/drawing/2014/main" id="{7B280661-35EC-1EFA-9684-8BD1A6C8EE83}"/>
              </a:ext>
            </a:extLst>
          </p:cNvPr>
          <p:cNvPicPr>
            <a:picLocks noChangeAspect="1"/>
          </p:cNvPicPr>
          <p:nvPr/>
        </p:nvPicPr>
        <p:blipFill>
          <a:blip r:embed="rId3"/>
          <a:srcRect t="11233" r="754" b="719"/>
          <a:stretch>
            <a:fillRect/>
          </a:stretch>
        </p:blipFill>
        <p:spPr>
          <a:xfrm>
            <a:off x="134190" y="2016121"/>
            <a:ext cx="5832631" cy="4117785"/>
          </a:xfrm>
          <a:prstGeom prst="rect">
            <a:avLst/>
          </a:prstGeom>
        </p:spPr>
      </p:pic>
      <p:sp>
        <p:nvSpPr>
          <p:cNvPr id="9" name="Title 1">
            <a:extLst>
              <a:ext uri="{FF2B5EF4-FFF2-40B4-BE49-F238E27FC236}">
                <a16:creationId xmlns:a16="http://schemas.microsoft.com/office/drawing/2014/main" id="{522D204D-D84E-FAC1-966D-DD0780A0AA65}"/>
              </a:ext>
            </a:extLst>
          </p:cNvPr>
          <p:cNvSpPr txBox="1">
            <a:spLocks/>
          </p:cNvSpPr>
          <p:nvPr/>
        </p:nvSpPr>
        <p:spPr>
          <a:xfrm>
            <a:off x="819527" y="342034"/>
            <a:ext cx="10391284" cy="1135892"/>
          </a:xfrm>
          <a:prstGeom prst="rect">
            <a:avLst/>
          </a:prstGeom>
          <a:solidFill>
            <a:schemeClr val="accent1">
              <a:lumMod val="20000"/>
              <a:lumOff val="80000"/>
            </a:schemeClr>
          </a:solidFill>
        </p:spPr>
        <p:txBody>
          <a:bodyPr vert="horz" lIns="91440" tIns="45720" rIns="91440" bIns="45720" rtlCol="0" anchor="ctr">
            <a:normAutofit/>
          </a:bodyPr>
          <a:lstStyle>
            <a:lvl1pPr algn="l" defTabSz="914400" rtl="0" eaLnBrk="1" latinLnBrk="0" hangingPunct="1">
              <a:lnSpc>
                <a:spcPct val="120000"/>
              </a:lnSpc>
              <a:spcBef>
                <a:spcPct val="0"/>
              </a:spcBef>
              <a:buNone/>
              <a:defRPr sz="3200" kern="1200" cap="all" spc="700" baseline="0">
                <a:solidFill>
                  <a:schemeClr val="tx1"/>
                </a:solidFill>
                <a:latin typeface="+mj-lt"/>
                <a:ea typeface="+mj-ea"/>
                <a:cs typeface="+mj-cs"/>
              </a:defRPr>
            </a:lvl1pPr>
          </a:lstStyle>
          <a:p>
            <a:pPr algn="ctr"/>
            <a:r>
              <a:rPr lang="en-US"/>
              <a:t>ANOVA General Linear Model</a:t>
            </a:r>
          </a:p>
        </p:txBody>
      </p:sp>
      <p:pic>
        <p:nvPicPr>
          <p:cNvPr id="2" name="Picture 1" descr="A screenshot of a graph&#10;&#10;AI-generated content may be incorrect.">
            <a:extLst>
              <a:ext uri="{FF2B5EF4-FFF2-40B4-BE49-F238E27FC236}">
                <a16:creationId xmlns:a16="http://schemas.microsoft.com/office/drawing/2014/main" id="{0CCA2F22-9331-004D-80AF-B7A780FD2B2C}"/>
              </a:ext>
            </a:extLst>
          </p:cNvPr>
          <p:cNvPicPr>
            <a:picLocks noChangeAspect="1"/>
          </p:cNvPicPr>
          <p:nvPr/>
        </p:nvPicPr>
        <p:blipFill>
          <a:blip r:embed="rId4"/>
          <a:srcRect t="12172" r="124" b="-303"/>
          <a:stretch>
            <a:fillRect/>
          </a:stretch>
        </p:blipFill>
        <p:spPr>
          <a:xfrm>
            <a:off x="5868944" y="2012993"/>
            <a:ext cx="5822067" cy="3802725"/>
          </a:xfrm>
          <a:prstGeom prst="rect">
            <a:avLst/>
          </a:prstGeom>
        </p:spPr>
      </p:pic>
      <mc:AlternateContent xmlns:mc="http://schemas.openxmlformats.org/markup-compatibility/2006" xmlns:p14="http://schemas.microsoft.com/office/powerpoint/2010/main">
        <mc:Choice Requires="p14">
          <p:contentPart p14:bwMode="auto" r:id="rId5">
            <p14:nvContentPartPr>
              <p14:cNvPr id="12" name="Ink 11">
                <a:extLst>
                  <a:ext uri="{FF2B5EF4-FFF2-40B4-BE49-F238E27FC236}">
                    <a16:creationId xmlns:a16="http://schemas.microsoft.com/office/drawing/2014/main" id="{C5266760-E1A4-0A01-D181-4AC9C194FAE7}"/>
                  </a:ext>
                </a:extLst>
              </p14:cNvPr>
              <p14:cNvContentPartPr/>
              <p14:nvPr/>
            </p14:nvContentPartPr>
            <p14:xfrm>
              <a:off x="5143499" y="3413554"/>
              <a:ext cx="340179" cy="15445"/>
            </p14:xfrm>
          </p:contentPart>
        </mc:Choice>
        <mc:Fallback xmlns="">
          <p:pic>
            <p:nvPicPr>
              <p:cNvPr id="12" name="Ink 11">
                <a:extLst>
                  <a:ext uri="{FF2B5EF4-FFF2-40B4-BE49-F238E27FC236}">
                    <a16:creationId xmlns:a16="http://schemas.microsoft.com/office/drawing/2014/main" id="{C5266760-E1A4-0A01-D181-4AC9C194FAE7}"/>
                  </a:ext>
                </a:extLst>
              </p:cNvPr>
              <p:cNvPicPr/>
              <p:nvPr/>
            </p:nvPicPr>
            <p:blipFill>
              <a:blip r:embed="rId6"/>
              <a:stretch>
                <a:fillRect/>
              </a:stretch>
            </p:blipFill>
            <p:spPr>
              <a:xfrm>
                <a:off x="5089559" y="-1219946"/>
                <a:ext cx="447699" cy="9267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4" name="Ink 13">
                <a:extLst>
                  <a:ext uri="{FF2B5EF4-FFF2-40B4-BE49-F238E27FC236}">
                    <a16:creationId xmlns:a16="http://schemas.microsoft.com/office/drawing/2014/main" id="{EF935C7F-DDE3-66C3-E268-005696590729}"/>
                  </a:ext>
                </a:extLst>
              </p14:cNvPr>
              <p14:cNvContentPartPr/>
              <p14:nvPr/>
            </p14:nvContentPartPr>
            <p14:xfrm>
              <a:off x="5143499" y="4251632"/>
              <a:ext cx="355813" cy="15445"/>
            </p14:xfrm>
          </p:contentPart>
        </mc:Choice>
        <mc:Fallback xmlns="">
          <p:pic>
            <p:nvPicPr>
              <p:cNvPr id="14" name="Ink 13">
                <a:extLst>
                  <a:ext uri="{FF2B5EF4-FFF2-40B4-BE49-F238E27FC236}">
                    <a16:creationId xmlns:a16="http://schemas.microsoft.com/office/drawing/2014/main" id="{EF935C7F-DDE3-66C3-E268-005696590729}"/>
                  </a:ext>
                </a:extLst>
              </p:cNvPr>
              <p:cNvPicPr/>
              <p:nvPr/>
            </p:nvPicPr>
            <p:blipFill>
              <a:blip r:embed="rId8"/>
              <a:stretch>
                <a:fillRect/>
              </a:stretch>
            </p:blipFill>
            <p:spPr>
              <a:xfrm>
                <a:off x="5089588" y="4007764"/>
                <a:ext cx="463276" cy="502369"/>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5" name="Ink 14">
                <a:extLst>
                  <a:ext uri="{FF2B5EF4-FFF2-40B4-BE49-F238E27FC236}">
                    <a16:creationId xmlns:a16="http://schemas.microsoft.com/office/drawing/2014/main" id="{9F4981C2-64B2-12DF-4756-D98CF58AAA38}"/>
                  </a:ext>
                </a:extLst>
              </p14:cNvPr>
              <p14:cNvContentPartPr/>
              <p14:nvPr/>
            </p14:nvContentPartPr>
            <p14:xfrm>
              <a:off x="5164094" y="4463878"/>
              <a:ext cx="372496" cy="15445"/>
            </p14:xfrm>
          </p:contentPart>
        </mc:Choice>
        <mc:Fallback xmlns="">
          <p:pic>
            <p:nvPicPr>
              <p:cNvPr id="15" name="Ink 14">
                <a:extLst>
                  <a:ext uri="{FF2B5EF4-FFF2-40B4-BE49-F238E27FC236}">
                    <a16:creationId xmlns:a16="http://schemas.microsoft.com/office/drawing/2014/main" id="{9F4981C2-64B2-12DF-4756-D98CF58AAA38}"/>
                  </a:ext>
                </a:extLst>
              </p:cNvPr>
              <p:cNvPicPr/>
              <p:nvPr/>
            </p:nvPicPr>
            <p:blipFill>
              <a:blip r:embed="rId10"/>
              <a:stretch>
                <a:fillRect/>
              </a:stretch>
            </p:blipFill>
            <p:spPr>
              <a:xfrm>
                <a:off x="5110109" y="4350866"/>
                <a:ext cx="480106" cy="241093"/>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6" name="Ink 15">
                <a:extLst>
                  <a:ext uri="{FF2B5EF4-FFF2-40B4-BE49-F238E27FC236}">
                    <a16:creationId xmlns:a16="http://schemas.microsoft.com/office/drawing/2014/main" id="{F511EE01-334F-5717-B088-A872D2C12FE6}"/>
                  </a:ext>
                </a:extLst>
              </p14:cNvPr>
              <p14:cNvContentPartPr/>
              <p14:nvPr/>
            </p14:nvContentPartPr>
            <p14:xfrm>
              <a:off x="5092013" y="4917102"/>
              <a:ext cx="421229" cy="15445"/>
            </p14:xfrm>
          </p:contentPart>
        </mc:Choice>
        <mc:Fallback xmlns="">
          <p:pic>
            <p:nvPicPr>
              <p:cNvPr id="16" name="Ink 15">
                <a:extLst>
                  <a:ext uri="{FF2B5EF4-FFF2-40B4-BE49-F238E27FC236}">
                    <a16:creationId xmlns:a16="http://schemas.microsoft.com/office/drawing/2014/main" id="{F511EE01-334F-5717-B088-A872D2C12FE6}"/>
                  </a:ext>
                </a:extLst>
              </p:cNvPr>
              <p:cNvPicPr/>
              <p:nvPr/>
            </p:nvPicPr>
            <p:blipFill>
              <a:blip r:embed="rId12"/>
              <a:stretch>
                <a:fillRect/>
              </a:stretch>
            </p:blipFill>
            <p:spPr>
              <a:xfrm>
                <a:off x="5038055" y="4762652"/>
                <a:ext cx="528784" cy="32383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7" name="Ink 16">
                <a:extLst>
                  <a:ext uri="{FF2B5EF4-FFF2-40B4-BE49-F238E27FC236}">
                    <a16:creationId xmlns:a16="http://schemas.microsoft.com/office/drawing/2014/main" id="{C8BF407E-362D-B152-6D60-F3086560C833}"/>
                  </a:ext>
                </a:extLst>
              </p14:cNvPr>
              <p14:cNvContentPartPr/>
              <p14:nvPr/>
            </p14:nvContentPartPr>
            <p14:xfrm>
              <a:off x="10837906" y="3341024"/>
              <a:ext cx="376094" cy="15445"/>
            </p14:xfrm>
          </p:contentPart>
        </mc:Choice>
        <mc:Fallback xmlns="">
          <p:pic>
            <p:nvPicPr>
              <p:cNvPr id="17" name="Ink 16">
                <a:extLst>
                  <a:ext uri="{FF2B5EF4-FFF2-40B4-BE49-F238E27FC236}">
                    <a16:creationId xmlns:a16="http://schemas.microsoft.com/office/drawing/2014/main" id="{C8BF407E-362D-B152-6D60-F3086560C833}"/>
                  </a:ext>
                </a:extLst>
              </p:cNvPr>
              <p:cNvPicPr/>
              <p:nvPr/>
            </p:nvPicPr>
            <p:blipFill>
              <a:blip r:embed="rId14"/>
              <a:stretch>
                <a:fillRect/>
              </a:stretch>
            </p:blipFill>
            <p:spPr>
              <a:xfrm>
                <a:off x="10783921" y="3186574"/>
                <a:ext cx="483704" cy="32383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8" name="Ink 17">
                <a:extLst>
                  <a:ext uri="{FF2B5EF4-FFF2-40B4-BE49-F238E27FC236}">
                    <a16:creationId xmlns:a16="http://schemas.microsoft.com/office/drawing/2014/main" id="{15EE1D76-1472-994B-D3D8-D522758B1AD9}"/>
                  </a:ext>
                </a:extLst>
              </p14:cNvPr>
              <p14:cNvContentPartPr/>
              <p14:nvPr/>
            </p14:nvContentPartPr>
            <p14:xfrm>
              <a:off x="10807014" y="3578311"/>
              <a:ext cx="403243" cy="18244"/>
            </p14:xfrm>
          </p:contentPart>
        </mc:Choice>
        <mc:Fallback xmlns="">
          <p:pic>
            <p:nvPicPr>
              <p:cNvPr id="18" name="Ink 17">
                <a:extLst>
                  <a:ext uri="{FF2B5EF4-FFF2-40B4-BE49-F238E27FC236}">
                    <a16:creationId xmlns:a16="http://schemas.microsoft.com/office/drawing/2014/main" id="{15EE1D76-1472-994B-D3D8-D522758B1AD9}"/>
                  </a:ext>
                </a:extLst>
              </p:cNvPr>
              <p:cNvPicPr/>
              <p:nvPr/>
            </p:nvPicPr>
            <p:blipFill>
              <a:blip r:embed="rId16"/>
              <a:stretch>
                <a:fillRect/>
              </a:stretch>
            </p:blipFill>
            <p:spPr>
              <a:xfrm>
                <a:off x="10753056" y="3473057"/>
                <a:ext cx="510798" cy="228401"/>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9" name="Ink 18">
                <a:extLst>
                  <a:ext uri="{FF2B5EF4-FFF2-40B4-BE49-F238E27FC236}">
                    <a16:creationId xmlns:a16="http://schemas.microsoft.com/office/drawing/2014/main" id="{D1C95D09-5761-250F-5A4B-529B277CF416}"/>
                  </a:ext>
                </a:extLst>
              </p14:cNvPr>
              <p14:cNvContentPartPr/>
              <p14:nvPr/>
            </p14:nvContentPartPr>
            <p14:xfrm>
              <a:off x="10848203" y="3794421"/>
              <a:ext cx="340200" cy="20727"/>
            </p14:xfrm>
          </p:contentPart>
        </mc:Choice>
        <mc:Fallback xmlns="">
          <p:pic>
            <p:nvPicPr>
              <p:cNvPr id="19" name="Ink 18">
                <a:extLst>
                  <a:ext uri="{FF2B5EF4-FFF2-40B4-BE49-F238E27FC236}">
                    <a16:creationId xmlns:a16="http://schemas.microsoft.com/office/drawing/2014/main" id="{D1C95D09-5761-250F-5A4B-529B277CF416}"/>
                  </a:ext>
                </a:extLst>
              </p:cNvPr>
              <p:cNvPicPr/>
              <p:nvPr/>
            </p:nvPicPr>
            <p:blipFill>
              <a:blip r:embed="rId18"/>
              <a:stretch>
                <a:fillRect/>
              </a:stretch>
            </p:blipFill>
            <p:spPr>
              <a:xfrm>
                <a:off x="10794260" y="3689029"/>
                <a:ext cx="447726" cy="231159"/>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20" name="Ink 19">
                <a:extLst>
                  <a:ext uri="{FF2B5EF4-FFF2-40B4-BE49-F238E27FC236}">
                    <a16:creationId xmlns:a16="http://schemas.microsoft.com/office/drawing/2014/main" id="{1A93128F-554A-CC27-9D35-2B5688BF71AA}"/>
                  </a:ext>
                </a:extLst>
              </p14:cNvPr>
              <p14:cNvContentPartPr/>
              <p14:nvPr/>
            </p14:nvContentPartPr>
            <p14:xfrm>
              <a:off x="10879095" y="4196148"/>
              <a:ext cx="297457" cy="15445"/>
            </p14:xfrm>
          </p:contentPart>
        </mc:Choice>
        <mc:Fallback xmlns="">
          <p:pic>
            <p:nvPicPr>
              <p:cNvPr id="20" name="Ink 19">
                <a:extLst>
                  <a:ext uri="{FF2B5EF4-FFF2-40B4-BE49-F238E27FC236}">
                    <a16:creationId xmlns:a16="http://schemas.microsoft.com/office/drawing/2014/main" id="{1A93128F-554A-CC27-9D35-2B5688BF71AA}"/>
                  </a:ext>
                </a:extLst>
              </p:cNvPr>
              <p:cNvPicPr/>
              <p:nvPr/>
            </p:nvPicPr>
            <p:blipFill>
              <a:blip r:embed="rId20"/>
              <a:stretch>
                <a:fillRect/>
              </a:stretch>
            </p:blipFill>
            <p:spPr>
              <a:xfrm>
                <a:off x="10825143" y="-437352"/>
                <a:ext cx="405002" cy="926700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21" name="Ink 20">
                <a:extLst>
                  <a:ext uri="{FF2B5EF4-FFF2-40B4-BE49-F238E27FC236}">
                    <a16:creationId xmlns:a16="http://schemas.microsoft.com/office/drawing/2014/main" id="{73EDDE9E-0EFF-43C0-63FA-BDF9079D3BC4}"/>
                  </a:ext>
                </a:extLst>
              </p14:cNvPr>
              <p14:cNvContentPartPr/>
              <p14:nvPr/>
            </p14:nvContentPartPr>
            <p14:xfrm>
              <a:off x="10868798" y="4432986"/>
              <a:ext cx="313154" cy="15660"/>
            </p14:xfrm>
          </p:contentPart>
        </mc:Choice>
        <mc:Fallback xmlns="">
          <p:pic>
            <p:nvPicPr>
              <p:cNvPr id="21" name="Ink 20">
                <a:extLst>
                  <a:ext uri="{FF2B5EF4-FFF2-40B4-BE49-F238E27FC236}">
                    <a16:creationId xmlns:a16="http://schemas.microsoft.com/office/drawing/2014/main" id="{73EDDE9E-0EFF-43C0-63FA-BDF9079D3BC4}"/>
                  </a:ext>
                </a:extLst>
              </p:cNvPr>
              <p:cNvPicPr/>
              <p:nvPr/>
            </p:nvPicPr>
            <p:blipFill>
              <a:blip r:embed="rId22"/>
              <a:stretch>
                <a:fillRect/>
              </a:stretch>
            </p:blipFill>
            <p:spPr>
              <a:xfrm>
                <a:off x="10814806" y="4328586"/>
                <a:ext cx="420778" cy="224112"/>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22" name="Ink 21">
                <a:extLst>
                  <a:ext uri="{FF2B5EF4-FFF2-40B4-BE49-F238E27FC236}">
                    <a16:creationId xmlns:a16="http://schemas.microsoft.com/office/drawing/2014/main" id="{C5A98C8A-E6EB-BD7E-4E40-51C45BF38FCB}"/>
                  </a:ext>
                </a:extLst>
              </p14:cNvPr>
              <p14:cNvContentPartPr/>
              <p14:nvPr/>
            </p14:nvContentPartPr>
            <p14:xfrm>
              <a:off x="10848203" y="4669824"/>
              <a:ext cx="318774" cy="15445"/>
            </p14:xfrm>
          </p:contentPart>
        </mc:Choice>
        <mc:Fallback xmlns="">
          <p:pic>
            <p:nvPicPr>
              <p:cNvPr id="22" name="Ink 21">
                <a:extLst>
                  <a:ext uri="{FF2B5EF4-FFF2-40B4-BE49-F238E27FC236}">
                    <a16:creationId xmlns:a16="http://schemas.microsoft.com/office/drawing/2014/main" id="{C5A98C8A-E6EB-BD7E-4E40-51C45BF38FCB}"/>
                  </a:ext>
                </a:extLst>
              </p:cNvPr>
              <p:cNvPicPr/>
              <p:nvPr/>
            </p:nvPicPr>
            <p:blipFill>
              <a:blip r:embed="rId24"/>
              <a:stretch>
                <a:fillRect/>
              </a:stretch>
            </p:blipFill>
            <p:spPr>
              <a:xfrm>
                <a:off x="10794295" y="4520356"/>
                <a:ext cx="426230" cy="313882"/>
              </a:xfrm>
              <a:prstGeom prst="rect">
                <a:avLst/>
              </a:prstGeom>
            </p:spPr>
          </p:pic>
        </mc:Fallback>
      </mc:AlternateContent>
    </p:spTree>
    <p:extLst>
      <p:ext uri="{BB962C8B-B14F-4D97-AF65-F5344CB8AC3E}">
        <p14:creationId xmlns:p14="http://schemas.microsoft.com/office/powerpoint/2010/main" val="3269825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D105D9-FF9F-DFBC-1925-934092B95176}"/>
              </a:ext>
            </a:extLst>
          </p:cNvPr>
          <p:cNvSpPr>
            <a:spLocks noGrp="1"/>
          </p:cNvSpPr>
          <p:nvPr>
            <p:ph type="title"/>
          </p:nvPr>
        </p:nvSpPr>
        <p:spPr>
          <a:solidFill>
            <a:schemeClr val="accent1">
              <a:lumMod val="20000"/>
              <a:lumOff val="80000"/>
            </a:schemeClr>
          </a:solidFill>
        </p:spPr>
        <p:txBody>
          <a:bodyPr vert="horz" lIns="91440" tIns="45720" rIns="91440" bIns="45720" rtlCol="0" anchor="ctr">
            <a:normAutofit/>
          </a:bodyPr>
          <a:lstStyle/>
          <a:p>
            <a:pPr algn="ctr"/>
            <a:r>
              <a:rPr lang="en-US"/>
              <a:t>Multiple Regression</a:t>
            </a:r>
          </a:p>
        </p:txBody>
      </p:sp>
      <p:pic>
        <p:nvPicPr>
          <p:cNvPr id="4" name="Picture 3" descr="A screenshot of a computer screen&#10;&#10;AI-generated content may be incorrect.">
            <a:extLst>
              <a:ext uri="{FF2B5EF4-FFF2-40B4-BE49-F238E27FC236}">
                <a16:creationId xmlns:a16="http://schemas.microsoft.com/office/drawing/2014/main" id="{A5533EC9-A2CC-4855-1B5A-7AC7A425851D}"/>
              </a:ext>
            </a:extLst>
          </p:cNvPr>
          <p:cNvPicPr>
            <a:picLocks noChangeAspect="1"/>
          </p:cNvPicPr>
          <p:nvPr/>
        </p:nvPicPr>
        <p:blipFill>
          <a:blip r:embed="rId3"/>
          <a:srcRect l="93" t="9135" r="306"/>
          <a:stretch>
            <a:fillRect/>
          </a:stretch>
        </p:blipFill>
        <p:spPr>
          <a:xfrm>
            <a:off x="804076" y="2303642"/>
            <a:ext cx="3492369" cy="4057589"/>
          </a:xfrm>
          <a:prstGeom prst="rect">
            <a:avLst/>
          </a:prstGeom>
        </p:spPr>
      </p:pic>
      <p:pic>
        <p:nvPicPr>
          <p:cNvPr id="5" name="Picture 4">
            <a:extLst>
              <a:ext uri="{FF2B5EF4-FFF2-40B4-BE49-F238E27FC236}">
                <a16:creationId xmlns:a16="http://schemas.microsoft.com/office/drawing/2014/main" id="{02C8EB62-5239-B300-02B3-CD254E2B001C}"/>
              </a:ext>
            </a:extLst>
          </p:cNvPr>
          <p:cNvPicPr>
            <a:picLocks noChangeAspect="1"/>
          </p:cNvPicPr>
          <p:nvPr/>
        </p:nvPicPr>
        <p:blipFill>
          <a:blip r:embed="rId4"/>
          <a:stretch>
            <a:fillRect/>
          </a:stretch>
        </p:blipFill>
        <p:spPr>
          <a:xfrm>
            <a:off x="4657268" y="2086761"/>
            <a:ext cx="6633883" cy="4366933"/>
          </a:xfrm>
          <a:prstGeom prst="rect">
            <a:avLst/>
          </a:prstGeom>
        </p:spPr>
      </p:pic>
    </p:spTree>
    <p:extLst>
      <p:ext uri="{BB962C8B-B14F-4D97-AF65-F5344CB8AC3E}">
        <p14:creationId xmlns:p14="http://schemas.microsoft.com/office/powerpoint/2010/main" val="36149629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math test&#10;&#10;AI-generated content may be incorrect.">
            <a:extLst>
              <a:ext uri="{FF2B5EF4-FFF2-40B4-BE49-F238E27FC236}">
                <a16:creationId xmlns:a16="http://schemas.microsoft.com/office/drawing/2014/main" id="{E1D7862D-6446-2E93-5ABD-27FF6A6795E5}"/>
              </a:ext>
            </a:extLst>
          </p:cNvPr>
          <p:cNvPicPr>
            <a:picLocks noChangeAspect="1"/>
          </p:cNvPicPr>
          <p:nvPr/>
        </p:nvPicPr>
        <p:blipFill>
          <a:blip r:embed="rId3"/>
          <a:stretch>
            <a:fillRect/>
          </a:stretch>
        </p:blipFill>
        <p:spPr>
          <a:xfrm>
            <a:off x="1034008" y="398781"/>
            <a:ext cx="6416680" cy="3387300"/>
          </a:xfrm>
          <a:prstGeom prst="rect">
            <a:avLst/>
          </a:prstGeom>
          <a:ln>
            <a:noFill/>
          </a:ln>
          <a:effectLst>
            <a:outerShdw blurRad="292100" dist="139700" dir="2700000" algn="tl" rotWithShape="0">
              <a:srgbClr val="333333">
                <a:alpha val="65000"/>
              </a:srgbClr>
            </a:outerShdw>
          </a:effectLst>
        </p:spPr>
      </p:pic>
      <p:pic>
        <p:nvPicPr>
          <p:cNvPr id="5" name="Picture 4" descr="A graph with blue and red lines&#10;&#10;AI-generated content may be incorrect.">
            <a:extLst>
              <a:ext uri="{FF2B5EF4-FFF2-40B4-BE49-F238E27FC236}">
                <a16:creationId xmlns:a16="http://schemas.microsoft.com/office/drawing/2014/main" id="{A94E8467-354C-83B8-E314-BC9F3156803C}"/>
              </a:ext>
            </a:extLst>
          </p:cNvPr>
          <p:cNvPicPr>
            <a:picLocks noChangeAspect="1"/>
          </p:cNvPicPr>
          <p:nvPr/>
        </p:nvPicPr>
        <p:blipFill>
          <a:blip r:embed="rId4"/>
          <a:stretch>
            <a:fillRect/>
          </a:stretch>
        </p:blipFill>
        <p:spPr>
          <a:xfrm>
            <a:off x="4540129" y="1719961"/>
            <a:ext cx="7096125" cy="473392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9140397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BF0C9-8B4C-2E6F-718F-C68556817114}"/>
              </a:ext>
            </a:extLst>
          </p:cNvPr>
          <p:cNvSpPr>
            <a:spLocks noGrp="1"/>
          </p:cNvSpPr>
          <p:nvPr>
            <p:ph type="title"/>
          </p:nvPr>
        </p:nvSpPr>
        <p:spPr/>
        <p:txBody>
          <a:bodyPr/>
          <a:lstStyle/>
          <a:p>
            <a:r>
              <a:rPr lang="en-US"/>
              <a:t>Solutions Brainstorming</a:t>
            </a:r>
          </a:p>
        </p:txBody>
      </p:sp>
      <p:pic>
        <p:nvPicPr>
          <p:cNvPr id="5" name="Picture 4">
            <a:extLst>
              <a:ext uri="{FF2B5EF4-FFF2-40B4-BE49-F238E27FC236}">
                <a16:creationId xmlns:a16="http://schemas.microsoft.com/office/drawing/2014/main" id="{53545A59-4D56-6FD5-FA3B-F17B958A8BD4}"/>
              </a:ext>
            </a:extLst>
          </p:cNvPr>
          <p:cNvPicPr>
            <a:picLocks noChangeAspect="1"/>
          </p:cNvPicPr>
          <p:nvPr/>
        </p:nvPicPr>
        <p:blipFill>
          <a:blip r:embed="rId3"/>
          <a:stretch>
            <a:fillRect/>
          </a:stretch>
        </p:blipFill>
        <p:spPr>
          <a:xfrm>
            <a:off x="1113344" y="1808150"/>
            <a:ext cx="9959474" cy="4490047"/>
          </a:xfrm>
          <a:prstGeom prst="rect">
            <a:avLst/>
          </a:prstGeom>
        </p:spPr>
      </p:pic>
    </p:spTree>
    <p:extLst>
      <p:ext uri="{BB962C8B-B14F-4D97-AF65-F5344CB8AC3E}">
        <p14:creationId xmlns:p14="http://schemas.microsoft.com/office/powerpoint/2010/main" val="12012911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6C1CC2C-84FB-710E-8398-8C09BDA82ABB}"/>
              </a:ext>
            </a:extLst>
          </p:cNvPr>
          <p:cNvSpPr>
            <a:spLocks noGrp="1"/>
          </p:cNvSpPr>
          <p:nvPr>
            <p:ph type="dt" sz="half" idx="10"/>
          </p:nvPr>
        </p:nvSpPr>
        <p:spPr/>
        <p:txBody>
          <a:bodyPr/>
          <a:lstStyle/>
          <a:p>
            <a:fld id="{FE03FAB5-A5A4-48E3-B80C-BD057DFF3DAA}" type="datetime1">
              <a:t>3/3/2026</a:t>
            </a:fld>
            <a:endParaRPr lang="en-US"/>
          </a:p>
        </p:txBody>
      </p:sp>
      <p:sp>
        <p:nvSpPr>
          <p:cNvPr id="5" name="Footer Placeholder 4">
            <a:extLst>
              <a:ext uri="{FF2B5EF4-FFF2-40B4-BE49-F238E27FC236}">
                <a16:creationId xmlns:a16="http://schemas.microsoft.com/office/drawing/2014/main" id="{E6BDE982-47F9-F010-C4E5-C8114802577C}"/>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B1AF13FE-EF41-1605-48FD-6DD6D356779D}"/>
              </a:ext>
            </a:extLst>
          </p:cNvPr>
          <p:cNvSpPr>
            <a:spLocks noGrp="1"/>
          </p:cNvSpPr>
          <p:nvPr>
            <p:ph type="sldNum" sz="quarter" idx="12"/>
          </p:nvPr>
        </p:nvSpPr>
        <p:spPr/>
        <p:txBody>
          <a:bodyPr/>
          <a:lstStyle/>
          <a:p>
            <a:fld id="{8DFDE724-0293-4953-AE9D-4D814FA589B0}" type="slidenum">
              <a:rPr lang="en-US" dirty="0"/>
              <a:t>27</a:t>
            </a:fld>
            <a:endParaRPr lang="en-US"/>
          </a:p>
        </p:txBody>
      </p:sp>
      <p:pic>
        <p:nvPicPr>
          <p:cNvPr id="7" name="Picture 6" descr="A diagram of a school activity&#10;&#10;AI-generated content may be incorrect.">
            <a:extLst>
              <a:ext uri="{FF2B5EF4-FFF2-40B4-BE49-F238E27FC236}">
                <a16:creationId xmlns:a16="http://schemas.microsoft.com/office/drawing/2014/main" id="{210942E3-509A-FF4E-DC3B-8E494EA6FA2F}"/>
              </a:ext>
            </a:extLst>
          </p:cNvPr>
          <p:cNvPicPr>
            <a:picLocks noChangeAspect="1"/>
          </p:cNvPicPr>
          <p:nvPr/>
        </p:nvPicPr>
        <p:blipFill>
          <a:blip r:embed="rId3"/>
          <a:stretch>
            <a:fillRect/>
          </a:stretch>
        </p:blipFill>
        <p:spPr>
          <a:xfrm>
            <a:off x="591355" y="29512"/>
            <a:ext cx="4902559" cy="3536325"/>
          </a:xfrm>
          <a:prstGeom prst="rect">
            <a:avLst/>
          </a:prstGeom>
        </p:spPr>
      </p:pic>
      <p:pic>
        <p:nvPicPr>
          <p:cNvPr id="8" name="Picture 7" descr="A diagram of a status&#10;&#10;AI-generated content may be incorrect.">
            <a:extLst>
              <a:ext uri="{FF2B5EF4-FFF2-40B4-BE49-F238E27FC236}">
                <a16:creationId xmlns:a16="http://schemas.microsoft.com/office/drawing/2014/main" id="{5D09667C-1E66-BD9B-3660-48F20493D9DE}"/>
              </a:ext>
            </a:extLst>
          </p:cNvPr>
          <p:cNvPicPr>
            <a:picLocks noChangeAspect="1"/>
          </p:cNvPicPr>
          <p:nvPr/>
        </p:nvPicPr>
        <p:blipFill>
          <a:blip r:embed="rId4"/>
          <a:stretch>
            <a:fillRect/>
          </a:stretch>
        </p:blipFill>
        <p:spPr>
          <a:xfrm>
            <a:off x="1704840" y="3439732"/>
            <a:ext cx="9195650" cy="3763449"/>
          </a:xfrm>
          <a:prstGeom prst="rect">
            <a:avLst/>
          </a:prstGeom>
        </p:spPr>
      </p:pic>
      <p:pic>
        <p:nvPicPr>
          <p:cNvPr id="9" name="Picture 8" descr="A diagram of a bus route&#10;&#10;AI-generated content may be incorrect.">
            <a:extLst>
              <a:ext uri="{FF2B5EF4-FFF2-40B4-BE49-F238E27FC236}">
                <a16:creationId xmlns:a16="http://schemas.microsoft.com/office/drawing/2014/main" id="{6F6A5238-F3AF-B24C-B4D2-DC3699FADE59}"/>
              </a:ext>
            </a:extLst>
          </p:cNvPr>
          <p:cNvPicPr>
            <a:picLocks noChangeAspect="1"/>
          </p:cNvPicPr>
          <p:nvPr/>
        </p:nvPicPr>
        <p:blipFill>
          <a:blip r:embed="rId5"/>
          <a:stretch>
            <a:fillRect/>
          </a:stretch>
        </p:blipFill>
        <p:spPr>
          <a:xfrm>
            <a:off x="6166834" y="24148"/>
            <a:ext cx="5262764" cy="3386742"/>
          </a:xfrm>
          <a:prstGeom prst="rect">
            <a:avLst/>
          </a:prstGeom>
        </p:spPr>
      </p:pic>
    </p:spTree>
    <p:extLst>
      <p:ext uri="{BB962C8B-B14F-4D97-AF65-F5344CB8AC3E}">
        <p14:creationId xmlns:p14="http://schemas.microsoft.com/office/powerpoint/2010/main" val="28287590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C8D4EA3-7FDC-DED0-F16D-E826094FB5C5}"/>
              </a:ext>
            </a:extLst>
          </p:cNvPr>
          <p:cNvSpPr>
            <a:spLocks noGrp="1"/>
          </p:cNvSpPr>
          <p:nvPr>
            <p:ph type="dt" sz="half" idx="10"/>
          </p:nvPr>
        </p:nvSpPr>
        <p:spPr/>
        <p:txBody>
          <a:bodyPr/>
          <a:lstStyle/>
          <a:p>
            <a:fld id="{D327E8FF-F33B-4EAF-A25E-7728B17C8383}" type="datetime1">
              <a:t>3/3/2026</a:t>
            </a:fld>
            <a:endParaRPr lang="en-US"/>
          </a:p>
        </p:txBody>
      </p:sp>
      <p:sp>
        <p:nvSpPr>
          <p:cNvPr id="5" name="Footer Placeholder 4">
            <a:extLst>
              <a:ext uri="{FF2B5EF4-FFF2-40B4-BE49-F238E27FC236}">
                <a16:creationId xmlns:a16="http://schemas.microsoft.com/office/drawing/2014/main" id="{C551FCAA-0314-69A1-8CCD-F0777F1FEB7A}"/>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A06CFA5C-3478-6185-6197-F50CE1897DD3}"/>
              </a:ext>
            </a:extLst>
          </p:cNvPr>
          <p:cNvSpPr>
            <a:spLocks noGrp="1"/>
          </p:cNvSpPr>
          <p:nvPr>
            <p:ph type="sldNum" sz="quarter" idx="12"/>
          </p:nvPr>
        </p:nvSpPr>
        <p:spPr/>
        <p:txBody>
          <a:bodyPr/>
          <a:lstStyle/>
          <a:p>
            <a:fld id="{8DFDE724-0293-4953-AE9D-4D814FA589B0}" type="slidenum">
              <a:rPr lang="en-US" dirty="0"/>
              <a:t>28</a:t>
            </a:fld>
            <a:endParaRPr lang="en-US"/>
          </a:p>
        </p:txBody>
      </p:sp>
      <p:pic>
        <p:nvPicPr>
          <p:cNvPr id="2" name="Picture 1" descr="A diagram of a disability&#10;&#10;AI-generated content may be incorrect.">
            <a:extLst>
              <a:ext uri="{FF2B5EF4-FFF2-40B4-BE49-F238E27FC236}">
                <a16:creationId xmlns:a16="http://schemas.microsoft.com/office/drawing/2014/main" id="{0C636AB4-1B9A-1541-FE55-BBD71821B231}"/>
              </a:ext>
            </a:extLst>
          </p:cNvPr>
          <p:cNvPicPr>
            <a:picLocks noChangeAspect="1"/>
          </p:cNvPicPr>
          <p:nvPr/>
        </p:nvPicPr>
        <p:blipFill>
          <a:blip r:embed="rId3"/>
          <a:srcRect l="5938" r="8479" b="-256"/>
          <a:stretch>
            <a:fillRect/>
          </a:stretch>
        </p:blipFill>
        <p:spPr>
          <a:xfrm>
            <a:off x="761999" y="908889"/>
            <a:ext cx="10412151" cy="5053151"/>
          </a:xfrm>
          <a:prstGeom prst="rect">
            <a:avLst/>
          </a:prstGeom>
        </p:spPr>
      </p:pic>
    </p:spTree>
    <p:extLst>
      <p:ext uri="{BB962C8B-B14F-4D97-AF65-F5344CB8AC3E}">
        <p14:creationId xmlns:p14="http://schemas.microsoft.com/office/powerpoint/2010/main" val="1813655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8DFB6D1-AE36-3C49-41E7-D716470D7AF3}"/>
              </a:ext>
            </a:extLst>
          </p:cNvPr>
          <p:cNvSpPr>
            <a:spLocks noGrp="1"/>
          </p:cNvSpPr>
          <p:nvPr>
            <p:ph type="dt" sz="half" idx="10"/>
          </p:nvPr>
        </p:nvSpPr>
        <p:spPr/>
        <p:txBody>
          <a:bodyPr/>
          <a:lstStyle/>
          <a:p>
            <a:fld id="{7BCADACC-7502-4057-A0D9-AD26A9943D78}" type="datetime1">
              <a:t>3/3/2026</a:t>
            </a:fld>
            <a:endParaRPr lang="en-US"/>
          </a:p>
        </p:txBody>
      </p:sp>
      <p:sp>
        <p:nvSpPr>
          <p:cNvPr id="5" name="Footer Placeholder 4">
            <a:extLst>
              <a:ext uri="{FF2B5EF4-FFF2-40B4-BE49-F238E27FC236}">
                <a16:creationId xmlns:a16="http://schemas.microsoft.com/office/drawing/2014/main" id="{9DF68152-F01F-B984-A929-A6F49077770B}"/>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7647ADC0-634D-F287-0FCB-B2C39728E3F3}"/>
              </a:ext>
            </a:extLst>
          </p:cNvPr>
          <p:cNvSpPr>
            <a:spLocks noGrp="1"/>
          </p:cNvSpPr>
          <p:nvPr>
            <p:ph type="sldNum" sz="quarter" idx="12"/>
          </p:nvPr>
        </p:nvSpPr>
        <p:spPr/>
        <p:txBody>
          <a:bodyPr/>
          <a:lstStyle/>
          <a:p>
            <a:fld id="{8DFDE724-0293-4953-AE9D-4D814FA589B0}" type="slidenum">
              <a:rPr lang="en-US" dirty="0"/>
              <a:t>29</a:t>
            </a:fld>
            <a:endParaRPr lang="en-US"/>
          </a:p>
        </p:txBody>
      </p:sp>
      <p:pic>
        <p:nvPicPr>
          <p:cNvPr id="7" name="Picture 6">
            <a:extLst>
              <a:ext uri="{FF2B5EF4-FFF2-40B4-BE49-F238E27FC236}">
                <a16:creationId xmlns:a16="http://schemas.microsoft.com/office/drawing/2014/main" id="{C071FD70-1651-1D26-5167-8A08832CEF3A}"/>
              </a:ext>
            </a:extLst>
          </p:cNvPr>
          <p:cNvPicPr>
            <a:picLocks noChangeAspect="1"/>
          </p:cNvPicPr>
          <p:nvPr/>
        </p:nvPicPr>
        <p:blipFill>
          <a:blip r:embed="rId3"/>
          <a:stretch>
            <a:fillRect/>
          </a:stretch>
        </p:blipFill>
        <p:spPr>
          <a:xfrm>
            <a:off x="771525" y="538163"/>
            <a:ext cx="10648950" cy="5781675"/>
          </a:xfrm>
          <a:prstGeom prst="rect">
            <a:avLst/>
          </a:prstGeom>
        </p:spPr>
      </p:pic>
    </p:spTree>
    <p:extLst>
      <p:ext uri="{BB962C8B-B14F-4D97-AF65-F5344CB8AC3E}">
        <p14:creationId xmlns:p14="http://schemas.microsoft.com/office/powerpoint/2010/main" val="33265612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A29BE1-9A6C-BB92-6338-4DCCDDAA3BF4}"/>
              </a:ext>
            </a:extLst>
          </p:cNvPr>
          <p:cNvSpPr>
            <a:spLocks noGrp="1"/>
          </p:cNvSpPr>
          <p:nvPr>
            <p:ph type="title"/>
          </p:nvPr>
        </p:nvSpPr>
        <p:spPr/>
        <p:txBody>
          <a:bodyPr/>
          <a:lstStyle/>
          <a:p>
            <a:r>
              <a:rPr lang="en-US"/>
              <a:t>Final Recommendations and Justifications</a:t>
            </a:r>
          </a:p>
        </p:txBody>
      </p:sp>
      <p:sp>
        <p:nvSpPr>
          <p:cNvPr id="3" name="Content Placeholder 2">
            <a:extLst>
              <a:ext uri="{FF2B5EF4-FFF2-40B4-BE49-F238E27FC236}">
                <a16:creationId xmlns:a16="http://schemas.microsoft.com/office/drawing/2014/main" id="{23EDFD47-C498-A409-BD62-5A0E8678A21B}"/>
              </a:ext>
            </a:extLst>
          </p:cNvPr>
          <p:cNvSpPr>
            <a:spLocks noGrp="1"/>
          </p:cNvSpPr>
          <p:nvPr>
            <p:ph idx="1"/>
          </p:nvPr>
        </p:nvSpPr>
        <p:spPr>
          <a:xfrm>
            <a:off x="808662" y="2019299"/>
            <a:ext cx="10650403" cy="4114801"/>
          </a:xfrm>
        </p:spPr>
        <p:txBody>
          <a:bodyPr vert="horz" lIns="91440" tIns="45720" rIns="91440" bIns="45720" rtlCol="0" anchor="t">
            <a:normAutofit/>
          </a:bodyPr>
          <a:lstStyle/>
          <a:p>
            <a:pPr marL="0" indent="0">
              <a:buNone/>
            </a:pPr>
            <a:r>
              <a:rPr lang="en-US"/>
              <a:t>Based on the multiple ANOVA GLM models, we can claim that Student Special Education, Student Ethnicity – is Hispanic, Student Race, Student PIP Status, Student Days Absent, Student Discipline, and Free/Reduced Lunch are all significant. Based on the multiple regression model, we can claim that Student Days Absent and Free/Reduced Lunch are highly significant to Student SC Ready Math &gt; Vertical S Scores.</a:t>
            </a:r>
          </a:p>
          <a:p>
            <a:pPr marL="0" indent="0">
              <a:buNone/>
            </a:pPr>
            <a:r>
              <a:rPr lang="en-US"/>
              <a:t>We recommend that the stakeholders focus on these variables to have the greatest impact to improve on student testing scores. For instance, increasing recreational activities to promote motivation, accommodations for testing and student transportation, improve learning practices, and providing more free/reduced lunches to students. </a:t>
            </a:r>
          </a:p>
          <a:p>
            <a:endParaRPr lang="en-US"/>
          </a:p>
        </p:txBody>
      </p:sp>
    </p:spTree>
    <p:extLst>
      <p:ext uri="{BB962C8B-B14F-4D97-AF65-F5344CB8AC3E}">
        <p14:creationId xmlns:p14="http://schemas.microsoft.com/office/powerpoint/2010/main" val="1729264411"/>
      </p:ext>
    </p:extLst>
  </p:cSld>
  <p:clrMapOvr>
    <a:masterClrMapping/>
  </p:clrMapOvr>
</p:sld>
</file>

<file path=ppt/theme/theme1.xml><?xml version="1.0" encoding="utf-8"?>
<a:theme xmlns:a="http://schemas.openxmlformats.org/drawingml/2006/main" name="VeniceBeachVTI">
  <a:themeElements>
    <a:clrScheme name="VeniceBeachVTI">
      <a:dk1>
        <a:sysClr val="windowText" lastClr="000000"/>
      </a:dk1>
      <a:lt1>
        <a:sysClr val="window" lastClr="FFFFFF"/>
      </a:lt1>
      <a:dk2>
        <a:srgbClr val="2B3E3D"/>
      </a:dk2>
      <a:lt2>
        <a:srgbClr val="FEF3EB"/>
      </a:lt2>
      <a:accent1>
        <a:srgbClr val="FE8542"/>
      </a:accent1>
      <a:accent2>
        <a:srgbClr val="EC6D60"/>
      </a:accent2>
      <a:accent3>
        <a:srgbClr val="CDA32B"/>
      </a:accent3>
      <a:accent4>
        <a:srgbClr val="EE66A7"/>
      </a:accent4>
      <a:accent5>
        <a:srgbClr val="EA5F48"/>
      </a:accent5>
      <a:accent6>
        <a:srgbClr val="C8466B"/>
      </a:accent6>
      <a:hlink>
        <a:srgbClr val="E46153"/>
      </a:hlink>
      <a:folHlink>
        <a:srgbClr val="CF63B0"/>
      </a:folHlink>
    </a:clrScheme>
    <a:fontScheme name="VeniceBeachVTI">
      <a:majorFont>
        <a:latin typeface="Avenir Next LT Pro Light"/>
        <a:ea typeface=""/>
        <a:cs typeface=""/>
      </a:majorFont>
      <a:minorFont>
        <a:latin typeface="Avenir Next LT Pro"/>
        <a:ea typeface=""/>
        <a:cs typeface=""/>
      </a:minorFont>
    </a:fontScheme>
    <a:fmtScheme name="VeniceBeach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eniceBeachVTI" id="{54706E44-6516-4822-8F8F-6BA182D64AC9}" vid="{F71BAAD1-41E5-4D56-97E1-12A04B86E57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30</Slides>
  <Notes>25</Notes>
  <HiddenSlides>0</HiddenSlides>
  <ScaleCrop>false</ScaleCrop>
  <HeadingPairs>
    <vt:vector size="4" baseType="variant">
      <vt:variant>
        <vt:lpstr>Theme</vt:lpstr>
      </vt:variant>
      <vt:variant>
        <vt:i4>1</vt:i4>
      </vt:variant>
      <vt:variant>
        <vt:lpstr>Slide Titles</vt:lpstr>
      </vt:variant>
      <vt:variant>
        <vt:i4>30</vt:i4>
      </vt:variant>
    </vt:vector>
  </HeadingPairs>
  <TitlesOfParts>
    <vt:vector size="31" baseType="lpstr">
      <vt:lpstr>VeniceBeachVTI</vt:lpstr>
      <vt:lpstr>Improving Student Test Scores</vt:lpstr>
      <vt:lpstr>Problem Statement</vt:lpstr>
      <vt:lpstr>Goal Statement</vt:lpstr>
      <vt:lpstr>PowerPoint Presentation</vt:lpstr>
      <vt:lpstr>Baseline Data Analysis</vt:lpstr>
      <vt:lpstr>Individual Summary Reports for each Variable</vt:lpstr>
      <vt:lpstr>PowerPoint Presentation</vt:lpstr>
      <vt:lpstr>PowerPoint Presentation</vt:lpstr>
      <vt:lpstr>PowerPoint Presentation</vt:lpstr>
      <vt:lpstr>PowerPoint Presentation</vt:lpstr>
      <vt:lpstr>PowerPoint Presentation</vt:lpstr>
      <vt:lpstr>Summary Report for SC Ready Math &gt; Vertical S  Free/Reduced = 1</vt:lpstr>
      <vt:lpstr>Summary Report for SC Ready Math &gt; Vertical S Free/Reduced = 2</vt:lpstr>
      <vt:lpstr>Summary Report for  SC Ready Math &gt; Vertical S Free/Reduced = 3  Absent = 0,1</vt:lpstr>
      <vt:lpstr>Summary Report for  SC Ready Math &gt; Vertical S Free/Reduced = 3  Absent = 2,3</vt:lpstr>
      <vt:lpstr>Summary Report for  SC Ready Math &gt; Vertical S Free/Reduced = 3  Absent = 4,5,6</vt:lpstr>
      <vt:lpstr>Root Cause Brainstorming</vt:lpstr>
      <vt:lpstr>PowerPoint Presentation</vt:lpstr>
      <vt:lpstr>PowerPoint Presentation</vt:lpstr>
      <vt:lpstr>PowerPoint Presentation</vt:lpstr>
      <vt:lpstr>PowerPoint Presentation</vt:lpstr>
      <vt:lpstr>ANOVA General Linear Model</vt:lpstr>
      <vt:lpstr>PowerPoint Presentation</vt:lpstr>
      <vt:lpstr>Multiple Regression</vt:lpstr>
      <vt:lpstr>PowerPoint Presentation</vt:lpstr>
      <vt:lpstr>Solutions Brainstorming</vt:lpstr>
      <vt:lpstr>PowerPoint Presentation</vt:lpstr>
      <vt:lpstr>PowerPoint Presentation</vt:lpstr>
      <vt:lpstr>PowerPoint Presentation</vt:lpstr>
      <vt:lpstr>Final Recommendations and Justifications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Improving Student Test Scores</dc:title>
  <dc:creator/>
  <cp:revision>2</cp:revision>
  <dcterms:created xsi:type="dcterms:W3CDTF">2026-01-31T17:24:49Z</dcterms:created>
  <dcterms:modified xsi:type="dcterms:W3CDTF">2026-03-04T03:12:06Z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75ca6640-7970-499b-9589-ea1462fbd36c_Enabled">
    <vt:lpwstr>true</vt:lpwstr>
  </property>
  <property fmtid="{D5CDD505-2E9C-101B-9397-08002B2CF9AE}" pid="3" name="MSIP_Label_75ca6640-7970-499b-9589-ea1462fbd36c_SetDate">
    <vt:lpwstr>2026-01-31T17:24:54Z</vt:lpwstr>
  </property>
  <property fmtid="{D5CDD505-2E9C-101B-9397-08002B2CF9AE}" pid="4" name="MSIP_Label_75ca6640-7970-499b-9589-ea1462fbd36c_Method">
    <vt:lpwstr>Standard</vt:lpwstr>
  </property>
  <property fmtid="{D5CDD505-2E9C-101B-9397-08002B2CF9AE}" pid="5" name="MSIP_Label_75ca6640-7970-499b-9589-ea1462fbd36c_Name">
    <vt:lpwstr>General</vt:lpwstr>
  </property>
  <property fmtid="{D5CDD505-2E9C-101B-9397-08002B2CF9AE}" pid="6" name="MSIP_Label_75ca6640-7970-499b-9589-ea1462fbd36c_SiteId">
    <vt:lpwstr>8cba7b62-9e86-46c6-9b1b-06504a61c72d</vt:lpwstr>
  </property>
  <property fmtid="{D5CDD505-2E9C-101B-9397-08002B2CF9AE}" pid="7" name="MSIP_Label_75ca6640-7970-499b-9589-ea1462fbd36c_ActionId">
    <vt:lpwstr>216e47ab-f2a1-4016-9d29-b87c818ff6a3</vt:lpwstr>
  </property>
  <property fmtid="{D5CDD505-2E9C-101B-9397-08002B2CF9AE}" pid="8" name="MSIP_Label_75ca6640-7970-499b-9589-ea1462fbd36c_ContentBits">
    <vt:lpwstr>0</vt:lpwstr>
  </property>
  <property fmtid="{D5CDD505-2E9C-101B-9397-08002B2CF9AE}" pid="9" name="MSIP_Label_75ca6640-7970-499b-9589-ea1462fbd36c_Tag">
    <vt:lpwstr>10, 3, 0, 2</vt:lpwstr>
  </property>
</Properties>
</file>